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5" r:id="rId4"/>
  </p:sldMasterIdLst>
  <p:notesMasterIdLst>
    <p:notesMasterId r:id="rId10"/>
  </p:notesMasterIdLst>
  <p:handoutMasterIdLst>
    <p:handoutMasterId r:id="rId11"/>
  </p:handoutMasterIdLst>
  <p:sldIdLst>
    <p:sldId id="295" r:id="rId5"/>
    <p:sldId id="301" r:id="rId6"/>
    <p:sldId id="296" r:id="rId7"/>
    <p:sldId id="299" r:id="rId8"/>
    <p:sldId id="302" r:id="rId9"/>
  </p:sldIdLst>
  <p:sldSz cx="9144000" cy="5143500" type="screen16x9"/>
  <p:notesSz cx="7026275" cy="9312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orient="horz" pos="1659">
          <p15:clr>
            <a:srgbClr val="A4A3A4"/>
          </p15:clr>
        </p15:guide>
        <p15:guide id="3" orient="horz" pos="2763">
          <p15:clr>
            <a:srgbClr val="A4A3A4"/>
          </p15:clr>
        </p15:guide>
        <p15:guide id="4" orient="horz" pos="2204">
          <p15:clr>
            <a:srgbClr val="A4A3A4"/>
          </p15:clr>
        </p15:guide>
        <p15:guide id="5" pos="822">
          <p15:clr>
            <a:srgbClr val="A4A3A4"/>
          </p15:clr>
        </p15:guide>
        <p15:guide id="6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6F0B"/>
    <a:srgbClr val="FFC301"/>
    <a:srgbClr val="F53DDF"/>
    <a:srgbClr val="073277"/>
    <a:srgbClr val="44546A"/>
    <a:srgbClr val="595959"/>
    <a:srgbClr val="FFFFFF"/>
    <a:srgbClr val="90CB39"/>
    <a:srgbClr val="30C1D0"/>
    <a:srgbClr val="3A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36D962-2F10-4A53-90C3-47D28A58A38C}" v="10" dt="2025-01-23T17:31:02.5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24" y="76"/>
      </p:cViewPr>
      <p:guideLst>
        <p:guide orient="horz" pos="3239"/>
        <p:guide orient="horz" pos="1659"/>
        <p:guide orient="horz" pos="2763"/>
        <p:guide orient="horz" pos="2204"/>
        <p:guide pos="82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Herrera Rojas" userId="S::cr-ahr@panduit.com::87c793be-957a-4090-8ad8-6bddaa2c1976" providerId="AD" clId="Web-{BE702492-42D3-7FE4-D3A5-546CB841A520}"/>
    <pc:docChg chg="modSld">
      <pc:chgData name="Alejandra Herrera Rojas" userId="S::cr-ahr@panduit.com::87c793be-957a-4090-8ad8-6bddaa2c1976" providerId="AD" clId="Web-{BE702492-42D3-7FE4-D3A5-546CB841A520}" dt="2023-04-13T15:01:59.800" v="25" actId="20577"/>
      <pc:docMkLst>
        <pc:docMk/>
      </pc:docMkLst>
      <pc:sldChg chg="modSp">
        <pc:chgData name="Alejandra Herrera Rojas" userId="S::cr-ahr@panduit.com::87c793be-957a-4090-8ad8-6bddaa2c1976" providerId="AD" clId="Web-{BE702492-42D3-7FE4-D3A5-546CB841A520}" dt="2023-04-13T15:01:46.722" v="17" actId="20577"/>
        <pc:sldMkLst>
          <pc:docMk/>
          <pc:sldMk cId="3586068393" sldId="295"/>
        </pc:sldMkLst>
      </pc:sldChg>
      <pc:sldChg chg="modSp">
        <pc:chgData name="Alejandra Herrera Rojas" userId="S::cr-ahr@panduit.com::87c793be-957a-4090-8ad8-6bddaa2c1976" providerId="AD" clId="Web-{BE702492-42D3-7FE4-D3A5-546CB841A520}" dt="2023-04-13T15:01:59.800" v="25" actId="20577"/>
        <pc:sldMkLst>
          <pc:docMk/>
          <pc:sldMk cId="85829905" sldId="301"/>
        </pc:sldMkLst>
      </pc:sldChg>
    </pc:docChg>
  </pc:docChgLst>
  <pc:docChgLst>
    <pc:chgData name="Karen Mcelroy" userId="S::kamc@panduit.com::e31c78a3-5f93-4f66-bcb1-c7e7eb292da6" providerId="AD" clId="Web-{E6782DC0-4036-4188-A55F-A06F71E172B7}"/>
    <pc:docChg chg="modSld">
      <pc:chgData name="Karen Mcelroy" userId="S::kamc@panduit.com::e31c78a3-5f93-4f66-bcb1-c7e7eb292da6" providerId="AD" clId="Web-{E6782DC0-4036-4188-A55F-A06F71E172B7}" dt="2025-01-23T17:27:11.875" v="152" actId="1076"/>
      <pc:docMkLst>
        <pc:docMk/>
      </pc:docMkLst>
      <pc:sldChg chg="addSp modSp">
        <pc:chgData name="Karen Mcelroy" userId="S::kamc@panduit.com::e31c78a3-5f93-4f66-bcb1-c7e7eb292da6" providerId="AD" clId="Web-{E6782DC0-4036-4188-A55F-A06F71E172B7}" dt="2025-01-23T17:27:11.875" v="152" actId="1076"/>
        <pc:sldMkLst>
          <pc:docMk/>
          <pc:sldMk cId="935295294" sldId="296"/>
        </pc:sldMkLst>
        <pc:spChg chg="add mod">
          <ac:chgData name="Karen Mcelroy" userId="S::kamc@panduit.com::e31c78a3-5f93-4f66-bcb1-c7e7eb292da6" providerId="AD" clId="Web-{E6782DC0-4036-4188-A55F-A06F71E172B7}" dt="2025-01-23T17:26:42.483" v="145" actId="1076"/>
          <ac:spMkLst>
            <pc:docMk/>
            <pc:sldMk cId="935295294" sldId="296"/>
            <ac:spMk id="3" creationId="{AA8D75DF-4CF6-9EAF-DCEB-C7F76AEAC13A}"/>
          </ac:spMkLst>
        </pc:spChg>
        <pc:spChg chg="mod">
          <ac:chgData name="Karen Mcelroy" userId="S::kamc@panduit.com::e31c78a3-5f93-4f66-bcb1-c7e7eb292da6" providerId="AD" clId="Web-{E6782DC0-4036-4188-A55F-A06F71E172B7}" dt="2025-01-23T17:22:10.566" v="55" actId="20577"/>
          <ac:spMkLst>
            <pc:docMk/>
            <pc:sldMk cId="935295294" sldId="296"/>
            <ac:spMk id="4" creationId="{00000000-0000-0000-0000-000000000000}"/>
          </ac:spMkLst>
        </pc:spChg>
        <pc:spChg chg="mod">
          <ac:chgData name="Karen Mcelroy" userId="S::kamc@panduit.com::e31c78a3-5f93-4f66-bcb1-c7e7eb292da6" providerId="AD" clId="Web-{E6782DC0-4036-4188-A55F-A06F71E172B7}" dt="2025-01-23T17:26:18.466" v="133" actId="1076"/>
          <ac:spMkLst>
            <pc:docMk/>
            <pc:sldMk cId="935295294" sldId="296"/>
            <ac:spMk id="7" creationId="{B615145C-9480-E61A-15A3-47BCA1FD4573}"/>
          </ac:spMkLst>
        </pc:spChg>
        <pc:spChg chg="add mod">
          <ac:chgData name="Karen Mcelroy" userId="S::kamc@panduit.com::e31c78a3-5f93-4f66-bcb1-c7e7eb292da6" providerId="AD" clId="Web-{E6782DC0-4036-4188-A55F-A06F71E172B7}" dt="2025-01-23T17:26:33.061" v="142" actId="1076"/>
          <ac:spMkLst>
            <pc:docMk/>
            <pc:sldMk cId="935295294" sldId="296"/>
            <ac:spMk id="8" creationId="{08B78E81-7287-5A62-A3D2-A0F2E5F4D617}"/>
          </ac:spMkLst>
        </pc:spChg>
        <pc:spChg chg="mod">
          <ac:chgData name="Karen Mcelroy" userId="S::kamc@panduit.com::e31c78a3-5f93-4f66-bcb1-c7e7eb292da6" providerId="AD" clId="Web-{E6782DC0-4036-4188-A55F-A06F71E172B7}" dt="2025-01-23T17:26:18.482" v="134" actId="1076"/>
          <ac:spMkLst>
            <pc:docMk/>
            <pc:sldMk cId="935295294" sldId="296"/>
            <ac:spMk id="9" creationId="{356A2AE6-D653-5E5C-AF5B-3E3FD3C839CB}"/>
          </ac:spMkLst>
        </pc:spChg>
        <pc:spChg chg="add mod">
          <ac:chgData name="Karen Mcelroy" userId="S::kamc@panduit.com::e31c78a3-5f93-4f66-bcb1-c7e7eb292da6" providerId="AD" clId="Web-{E6782DC0-4036-4188-A55F-A06F71E172B7}" dt="2025-01-23T17:26:33.092" v="143" actId="1076"/>
          <ac:spMkLst>
            <pc:docMk/>
            <pc:sldMk cId="935295294" sldId="296"/>
            <ac:spMk id="10" creationId="{D56151E4-0220-E6C4-BC73-D8401D7443E4}"/>
          </ac:spMkLst>
        </pc:spChg>
        <pc:spChg chg="mod">
          <ac:chgData name="Karen Mcelroy" userId="S::kamc@panduit.com::e31c78a3-5f93-4f66-bcb1-c7e7eb292da6" providerId="AD" clId="Web-{E6782DC0-4036-4188-A55F-A06F71E172B7}" dt="2025-01-23T17:26:18.513" v="135" actId="1076"/>
          <ac:spMkLst>
            <pc:docMk/>
            <pc:sldMk cId="935295294" sldId="296"/>
            <ac:spMk id="11" creationId="{EF430BA0-8CD9-C297-EC73-0E1AF5488657}"/>
          </ac:spMkLst>
        </pc:spChg>
        <pc:spChg chg="mod">
          <ac:chgData name="Karen Mcelroy" userId="S::kamc@panduit.com::e31c78a3-5f93-4f66-bcb1-c7e7eb292da6" providerId="AD" clId="Web-{E6782DC0-4036-4188-A55F-A06F71E172B7}" dt="2025-01-23T17:26:18.529" v="136" actId="1076"/>
          <ac:spMkLst>
            <pc:docMk/>
            <pc:sldMk cId="935295294" sldId="296"/>
            <ac:spMk id="13" creationId="{23636651-C214-36F9-F4E9-6D5C57D0C9DA}"/>
          </ac:spMkLst>
        </pc:spChg>
        <pc:spChg chg="add mod">
          <ac:chgData name="Karen Mcelroy" userId="S::kamc@panduit.com::e31c78a3-5f93-4f66-bcb1-c7e7eb292da6" providerId="AD" clId="Web-{E6782DC0-4036-4188-A55F-A06F71E172B7}" dt="2025-01-23T17:27:07.687" v="151" actId="1076"/>
          <ac:spMkLst>
            <pc:docMk/>
            <pc:sldMk cId="935295294" sldId="296"/>
            <ac:spMk id="15" creationId="{87B54174-63A1-E35E-590B-1237FEDB9972}"/>
          </ac:spMkLst>
        </pc:spChg>
        <pc:spChg chg="mod">
          <ac:chgData name="Karen Mcelroy" userId="S::kamc@panduit.com::e31c78a3-5f93-4f66-bcb1-c7e7eb292da6" providerId="AD" clId="Web-{E6782DC0-4036-4188-A55F-A06F71E172B7}" dt="2025-01-23T17:26:18.560" v="137" actId="1076"/>
          <ac:spMkLst>
            <pc:docMk/>
            <pc:sldMk cId="935295294" sldId="296"/>
            <ac:spMk id="16" creationId="{65CCE007-9922-F9CB-5C79-6E76EF643B03}"/>
          </ac:spMkLst>
        </pc:spChg>
        <pc:spChg chg="mod">
          <ac:chgData name="Karen Mcelroy" userId="S::kamc@panduit.com::e31c78a3-5f93-4f66-bcb1-c7e7eb292da6" providerId="AD" clId="Web-{E6782DC0-4036-4188-A55F-A06F71E172B7}" dt="2025-01-23T17:26:18.576" v="138" actId="1076"/>
          <ac:spMkLst>
            <pc:docMk/>
            <pc:sldMk cId="935295294" sldId="296"/>
            <ac:spMk id="18" creationId="{5DF355C0-A1C0-6291-5BE4-5DF786CA8A31}"/>
          </ac:spMkLst>
        </pc:spChg>
        <pc:spChg chg="add mod">
          <ac:chgData name="Karen Mcelroy" userId="S::kamc@panduit.com::e31c78a3-5f93-4f66-bcb1-c7e7eb292da6" providerId="AD" clId="Web-{E6782DC0-4036-4188-A55F-A06F71E172B7}" dt="2025-01-23T17:27:11.875" v="152" actId="1076"/>
          <ac:spMkLst>
            <pc:docMk/>
            <pc:sldMk cId="935295294" sldId="296"/>
            <ac:spMk id="19" creationId="{06FC6AED-559F-DC72-3A92-1C8BA391EF58}"/>
          </ac:spMkLst>
        </pc:spChg>
        <pc:spChg chg="add mod">
          <ac:chgData name="Karen Mcelroy" userId="S::kamc@panduit.com::e31c78a3-5f93-4f66-bcb1-c7e7eb292da6" providerId="AD" clId="Web-{E6782DC0-4036-4188-A55F-A06F71E172B7}" dt="2025-01-23T17:27:01.937" v="149" actId="1076"/>
          <ac:spMkLst>
            <pc:docMk/>
            <pc:sldMk cId="935295294" sldId="296"/>
            <ac:spMk id="21" creationId="{907E2722-FDC9-7798-0C10-2BF623273F15}"/>
          </ac:spMkLst>
        </pc:spChg>
        <pc:spChg chg="mod">
          <ac:chgData name="Karen Mcelroy" userId="S::kamc@panduit.com::e31c78a3-5f93-4f66-bcb1-c7e7eb292da6" providerId="AD" clId="Web-{E6782DC0-4036-4188-A55F-A06F71E172B7}" dt="2025-01-23T17:23:44.961" v="85" actId="1076"/>
          <ac:spMkLst>
            <pc:docMk/>
            <pc:sldMk cId="935295294" sldId="296"/>
            <ac:spMk id="28" creationId="{00000000-0000-0000-0000-000000000000}"/>
          </ac:spMkLst>
        </pc:spChg>
        <pc:spChg chg="mod">
          <ac:chgData name="Karen Mcelroy" userId="S::kamc@panduit.com::e31c78a3-5f93-4f66-bcb1-c7e7eb292da6" providerId="AD" clId="Web-{E6782DC0-4036-4188-A55F-A06F71E172B7}" dt="2025-01-23T17:22:36.067" v="61" actId="20577"/>
          <ac:spMkLst>
            <pc:docMk/>
            <pc:sldMk cId="935295294" sldId="296"/>
            <ac:spMk id="35" creationId="{A6D8E0F7-074B-4FC5-9870-362BD5584C3B}"/>
          </ac:spMkLst>
        </pc:spChg>
        <pc:spChg chg="mod">
          <ac:chgData name="Karen Mcelroy" userId="S::kamc@panduit.com::e31c78a3-5f93-4f66-bcb1-c7e7eb292da6" providerId="AD" clId="Web-{E6782DC0-4036-4188-A55F-A06F71E172B7}" dt="2025-01-23T17:23:51.805" v="86" actId="1076"/>
          <ac:spMkLst>
            <pc:docMk/>
            <pc:sldMk cId="935295294" sldId="296"/>
            <ac:spMk id="38" creationId="{64FC340E-7F74-458F-B398-E4D37FD749FF}"/>
          </ac:spMkLst>
        </pc:spChg>
        <pc:spChg chg="mod">
          <ac:chgData name="Karen Mcelroy" userId="S::kamc@panduit.com::e31c78a3-5f93-4f66-bcb1-c7e7eb292da6" providerId="AD" clId="Web-{E6782DC0-4036-4188-A55F-A06F71E172B7}" dt="2025-01-23T17:23:44.961" v="83" actId="1076"/>
          <ac:spMkLst>
            <pc:docMk/>
            <pc:sldMk cId="935295294" sldId="296"/>
            <ac:spMk id="39" creationId="{76C90123-4D37-483D-8158-F1E7DED8DCE4}"/>
          </ac:spMkLst>
        </pc:spChg>
        <pc:spChg chg="mod">
          <ac:chgData name="Karen Mcelroy" userId="S::kamc@panduit.com::e31c78a3-5f93-4f66-bcb1-c7e7eb292da6" providerId="AD" clId="Web-{E6782DC0-4036-4188-A55F-A06F71E172B7}" dt="2025-01-23T17:22:40.974" v="62" actId="1076"/>
          <ac:spMkLst>
            <pc:docMk/>
            <pc:sldMk cId="935295294" sldId="296"/>
            <ac:spMk id="43" creationId="{AB2FD498-9410-474E-B277-3173F542C13C}"/>
          </ac:spMkLst>
        </pc:spChg>
        <pc:spChg chg="mod">
          <ac:chgData name="Karen Mcelroy" userId="S::kamc@panduit.com::e31c78a3-5f93-4f66-bcb1-c7e7eb292da6" providerId="AD" clId="Web-{E6782DC0-4036-4188-A55F-A06F71E172B7}" dt="2025-01-23T17:22:48.849" v="64" actId="14100"/>
          <ac:spMkLst>
            <pc:docMk/>
            <pc:sldMk cId="935295294" sldId="296"/>
            <ac:spMk id="44" creationId="{00000000-0000-0000-0000-000000000000}"/>
          </ac:spMkLst>
        </pc:spChg>
        <pc:grpChg chg="mod">
          <ac:chgData name="Karen Mcelroy" userId="S::kamc@panduit.com::e31c78a3-5f93-4f66-bcb1-c7e7eb292da6" providerId="AD" clId="Web-{E6782DC0-4036-4188-A55F-A06F71E172B7}" dt="2025-01-23T17:23:44.961" v="84" actId="1076"/>
          <ac:grpSpMkLst>
            <pc:docMk/>
            <pc:sldMk cId="935295294" sldId="296"/>
            <ac:grpSpMk id="6" creationId="{FE7691C8-F842-40A4-9C75-D4F734405253}"/>
          </ac:grpSpMkLst>
        </pc:grpChg>
      </pc:sldChg>
    </pc:docChg>
  </pc:docChgLst>
  <pc:docChgLst>
    <pc:chgData name="Wylie Dunham" userId="c47913cb-7ae5-4eba-aaa7-be04cdcee964" providerId="ADAL" clId="{0F86D8C5-381A-4DC1-8693-6D14F1D86C15}"/>
    <pc:docChg chg="undo custSel modSld">
      <pc:chgData name="Wylie Dunham" userId="c47913cb-7ae5-4eba-aaa7-be04cdcee964" providerId="ADAL" clId="{0F86D8C5-381A-4DC1-8693-6D14F1D86C15}" dt="2025-01-24T17:27:25.856" v="282" actId="207"/>
      <pc:docMkLst>
        <pc:docMk/>
      </pc:docMkLst>
      <pc:sldChg chg="addSp delSp modSp mod">
        <pc:chgData name="Wylie Dunham" userId="c47913cb-7ae5-4eba-aaa7-be04cdcee964" providerId="ADAL" clId="{0F86D8C5-381A-4DC1-8693-6D14F1D86C15}" dt="2025-01-24T17:27:25.856" v="282" actId="207"/>
        <pc:sldMkLst>
          <pc:docMk/>
          <pc:sldMk cId="2850052631" sldId="302"/>
        </pc:sldMkLst>
        <pc:spChg chg="mod">
          <ac:chgData name="Wylie Dunham" userId="c47913cb-7ae5-4eba-aaa7-be04cdcee964" providerId="ADAL" clId="{0F86D8C5-381A-4DC1-8693-6D14F1D86C15}" dt="2025-01-24T17:01:39.979" v="185" actId="1076"/>
          <ac:spMkLst>
            <pc:docMk/>
            <pc:sldMk cId="2850052631" sldId="302"/>
            <ac:spMk id="2" creationId="{00000000-0000-0000-0000-000000000000}"/>
          </ac:spMkLst>
        </pc:spChg>
        <pc:spChg chg="mod">
          <ac:chgData name="Wylie Dunham" userId="c47913cb-7ae5-4eba-aaa7-be04cdcee964" providerId="ADAL" clId="{0F86D8C5-381A-4DC1-8693-6D14F1D86C15}" dt="2025-01-24T17:11:42.127" v="260" actId="207"/>
          <ac:spMkLst>
            <pc:docMk/>
            <pc:sldMk cId="2850052631" sldId="302"/>
            <ac:spMk id="3" creationId="{00000000-0000-0000-0000-000000000000}"/>
          </ac:spMkLst>
        </pc:spChg>
        <pc:spChg chg="mod">
          <ac:chgData name="Wylie Dunham" userId="c47913cb-7ae5-4eba-aaa7-be04cdcee964" providerId="ADAL" clId="{0F86D8C5-381A-4DC1-8693-6D14F1D86C15}" dt="2025-01-24T17:14:59.472" v="264" actId="207"/>
          <ac:spMkLst>
            <pc:docMk/>
            <pc:sldMk cId="2850052631" sldId="302"/>
            <ac:spMk id="4" creationId="{00000000-0000-0000-0000-000000000000}"/>
          </ac:spMkLst>
        </pc:spChg>
        <pc:spChg chg="add del">
          <ac:chgData name="Wylie Dunham" userId="c47913cb-7ae5-4eba-aaa7-be04cdcee964" providerId="ADAL" clId="{0F86D8C5-381A-4DC1-8693-6D14F1D86C15}" dt="2025-01-24T16:53:15.930" v="66" actId="22"/>
          <ac:spMkLst>
            <pc:docMk/>
            <pc:sldMk cId="2850052631" sldId="302"/>
            <ac:spMk id="8" creationId="{A74E133D-A45E-9C1F-A8C9-55BE230BC9BA}"/>
          </ac:spMkLst>
        </pc:spChg>
        <pc:spChg chg="mod">
          <ac:chgData name="Wylie Dunham" userId="c47913cb-7ae5-4eba-aaa7-be04cdcee964" providerId="ADAL" clId="{0F86D8C5-381A-4DC1-8693-6D14F1D86C15}" dt="2025-01-24T16:58:02.049" v="183" actId="207"/>
          <ac:spMkLst>
            <pc:docMk/>
            <pc:sldMk cId="2850052631" sldId="302"/>
            <ac:spMk id="17" creationId="{00000000-0000-0000-0000-000000000000}"/>
          </ac:spMkLst>
        </pc:spChg>
        <pc:spChg chg="mod">
          <ac:chgData name="Wylie Dunham" userId="c47913cb-7ae5-4eba-aaa7-be04cdcee964" providerId="ADAL" clId="{0F86D8C5-381A-4DC1-8693-6D14F1D86C15}" dt="2025-01-24T17:21:55.521" v="271" actId="207"/>
          <ac:spMkLst>
            <pc:docMk/>
            <pc:sldMk cId="2850052631" sldId="302"/>
            <ac:spMk id="18" creationId="{00000000-0000-0000-0000-000000000000}"/>
          </ac:spMkLst>
        </pc:spChg>
        <pc:spChg chg="add del mod">
          <ac:chgData name="Wylie Dunham" userId="c47913cb-7ae5-4eba-aaa7-be04cdcee964" providerId="ADAL" clId="{0F86D8C5-381A-4DC1-8693-6D14F1D86C15}" dt="2025-01-24T17:02:39.722" v="235" actId="478"/>
          <ac:spMkLst>
            <pc:docMk/>
            <pc:sldMk cId="2850052631" sldId="302"/>
            <ac:spMk id="28" creationId="{00000000-0000-0000-0000-000000000000}"/>
          </ac:spMkLst>
        </pc:spChg>
        <pc:spChg chg="mod">
          <ac:chgData name="Wylie Dunham" userId="c47913cb-7ae5-4eba-aaa7-be04cdcee964" providerId="ADAL" clId="{0F86D8C5-381A-4DC1-8693-6D14F1D86C15}" dt="2025-01-24T17:03:33.009" v="242" actId="1076"/>
          <ac:spMkLst>
            <pc:docMk/>
            <pc:sldMk cId="2850052631" sldId="302"/>
            <ac:spMk id="29" creationId="{00000000-0000-0000-0000-000000000000}"/>
          </ac:spMkLst>
        </pc:spChg>
        <pc:spChg chg="mod">
          <ac:chgData name="Wylie Dunham" userId="c47913cb-7ae5-4eba-aaa7-be04cdcee964" providerId="ADAL" clId="{0F86D8C5-381A-4DC1-8693-6D14F1D86C15}" dt="2025-01-24T17:04:01.209" v="250" actId="20577"/>
          <ac:spMkLst>
            <pc:docMk/>
            <pc:sldMk cId="2850052631" sldId="302"/>
            <ac:spMk id="31" creationId="{00000000-0000-0000-0000-000000000000}"/>
          </ac:spMkLst>
        </pc:spChg>
        <pc:spChg chg="add del">
          <ac:chgData name="Wylie Dunham" userId="c47913cb-7ae5-4eba-aaa7-be04cdcee964" providerId="ADAL" clId="{0F86D8C5-381A-4DC1-8693-6D14F1D86C15}" dt="2025-01-24T16:57:02.724" v="155" actId="478"/>
          <ac:spMkLst>
            <pc:docMk/>
            <pc:sldMk cId="2850052631" sldId="302"/>
            <ac:spMk id="32" creationId="{00000000-0000-0000-0000-000000000000}"/>
          </ac:spMkLst>
        </pc:spChg>
        <pc:spChg chg="mod ord">
          <ac:chgData name="Wylie Dunham" userId="c47913cb-7ae5-4eba-aaa7-be04cdcee964" providerId="ADAL" clId="{0F86D8C5-381A-4DC1-8693-6D14F1D86C15}" dt="2025-01-24T17:04:09.930" v="252" actId="20577"/>
          <ac:spMkLst>
            <pc:docMk/>
            <pc:sldMk cId="2850052631" sldId="302"/>
            <ac:spMk id="33" creationId="{00000000-0000-0000-0000-000000000000}"/>
          </ac:spMkLst>
        </pc:spChg>
        <pc:spChg chg="mod">
          <ac:chgData name="Wylie Dunham" userId="c47913cb-7ae5-4eba-aaa7-be04cdcee964" providerId="ADAL" clId="{0F86D8C5-381A-4DC1-8693-6D14F1D86C15}" dt="2025-01-24T17:03:11.780" v="239" actId="1076"/>
          <ac:spMkLst>
            <pc:docMk/>
            <pc:sldMk cId="2850052631" sldId="302"/>
            <ac:spMk id="36" creationId="{00000000-0000-0000-0000-000000000000}"/>
          </ac:spMkLst>
        </pc:spChg>
        <pc:spChg chg="add del mod">
          <ac:chgData name="Wylie Dunham" userId="c47913cb-7ae5-4eba-aaa7-be04cdcee964" providerId="ADAL" clId="{0F86D8C5-381A-4DC1-8693-6D14F1D86C15}" dt="2025-01-24T17:02:32.122" v="234" actId="20577"/>
          <ac:spMkLst>
            <pc:docMk/>
            <pc:sldMk cId="2850052631" sldId="302"/>
            <ac:spMk id="37" creationId="{00000000-0000-0000-0000-000000000000}"/>
          </ac:spMkLst>
        </pc:spChg>
        <pc:spChg chg="mod">
          <ac:chgData name="Wylie Dunham" userId="c47913cb-7ae5-4eba-aaa7-be04cdcee964" providerId="ADAL" clId="{0F86D8C5-381A-4DC1-8693-6D14F1D86C15}" dt="2025-01-24T17:27:25.856" v="282" actId="207"/>
          <ac:spMkLst>
            <pc:docMk/>
            <pc:sldMk cId="2850052631" sldId="302"/>
            <ac:spMk id="38" creationId="{E324AB9A-A4C4-4484-8A33-5C5F7A5A8914}"/>
          </ac:spMkLst>
        </pc:spChg>
        <pc:spChg chg="ord">
          <ac:chgData name="Wylie Dunham" userId="c47913cb-7ae5-4eba-aaa7-be04cdcee964" providerId="ADAL" clId="{0F86D8C5-381A-4DC1-8693-6D14F1D86C15}" dt="2025-01-24T17:26:05.620" v="280" actId="167"/>
          <ac:spMkLst>
            <pc:docMk/>
            <pc:sldMk cId="2850052631" sldId="302"/>
            <ac:spMk id="39" creationId="{5C90F336-205E-49FA-B037-B156EA6A448F}"/>
          </ac:spMkLst>
        </pc:spChg>
        <pc:spChg chg="mod">
          <ac:chgData name="Wylie Dunham" userId="c47913cb-7ae5-4eba-aaa7-be04cdcee964" providerId="ADAL" clId="{0F86D8C5-381A-4DC1-8693-6D14F1D86C15}" dt="2025-01-24T17:23:24.428" v="276" actId="207"/>
          <ac:spMkLst>
            <pc:docMk/>
            <pc:sldMk cId="2850052631" sldId="302"/>
            <ac:spMk id="42" creationId="{979AA6E6-BAD0-4B62-8E47-193B9243F39B}"/>
          </ac:spMkLst>
        </pc:spChg>
        <pc:spChg chg="mod">
          <ac:chgData name="Wylie Dunham" userId="c47913cb-7ae5-4eba-aaa7-be04cdcee964" providerId="ADAL" clId="{0F86D8C5-381A-4DC1-8693-6D14F1D86C15}" dt="2025-01-24T17:24:54.488" v="279" actId="207"/>
          <ac:spMkLst>
            <pc:docMk/>
            <pc:sldMk cId="2850052631" sldId="302"/>
            <ac:spMk id="46" creationId="{12F9AD96-B84A-4BCD-B503-1DABBFA2D192}"/>
          </ac:spMkLst>
        </pc:spChg>
        <pc:spChg chg="del">
          <ac:chgData name="Wylie Dunham" userId="c47913cb-7ae5-4eba-aaa7-be04cdcee964" providerId="ADAL" clId="{0F86D8C5-381A-4DC1-8693-6D14F1D86C15}" dt="2025-01-24T17:03:03.604" v="238" actId="478"/>
          <ac:spMkLst>
            <pc:docMk/>
            <pc:sldMk cId="2850052631" sldId="302"/>
            <ac:spMk id="48" creationId="{B34A5484-B7B8-432A-AF36-229FC2175843}"/>
          </ac:spMkLst>
        </pc:spChg>
        <pc:spChg chg="mod ord">
          <ac:chgData name="Wylie Dunham" userId="c47913cb-7ae5-4eba-aaa7-be04cdcee964" providerId="ADAL" clId="{0F86D8C5-381A-4DC1-8693-6D14F1D86C15}" dt="2025-01-24T16:50:15.619" v="52" actId="167"/>
          <ac:spMkLst>
            <pc:docMk/>
            <pc:sldMk cId="2850052631" sldId="302"/>
            <ac:spMk id="55" creationId="{B28CEB2E-3638-4FD5-B18F-78B6B83C6E28}"/>
          </ac:spMkLst>
        </pc:spChg>
        <pc:spChg chg="ord">
          <ac:chgData name="Wylie Dunham" userId="c47913cb-7ae5-4eba-aaa7-be04cdcee964" providerId="ADAL" clId="{0F86D8C5-381A-4DC1-8693-6D14F1D86C15}" dt="2025-01-24T17:20:35.120" v="268" actId="167"/>
          <ac:spMkLst>
            <pc:docMk/>
            <pc:sldMk cId="2850052631" sldId="302"/>
            <ac:spMk id="56" creationId="{A6167A3D-1190-4564-8503-ABF2C4495424}"/>
          </ac:spMkLst>
        </pc:spChg>
        <pc:spChg chg="ord">
          <ac:chgData name="Wylie Dunham" userId="c47913cb-7ae5-4eba-aaa7-be04cdcee964" providerId="ADAL" clId="{0F86D8C5-381A-4DC1-8693-6D14F1D86C15}" dt="2025-01-24T17:22:21.024" v="273" actId="167"/>
          <ac:spMkLst>
            <pc:docMk/>
            <pc:sldMk cId="2850052631" sldId="302"/>
            <ac:spMk id="57" creationId="{42660091-3F1C-4077-BD56-7B6235E69C80}"/>
          </ac:spMkLst>
        </pc:spChg>
        <pc:spChg chg="ord">
          <ac:chgData name="Wylie Dunham" userId="c47913cb-7ae5-4eba-aaa7-be04cdcee964" providerId="ADAL" clId="{0F86D8C5-381A-4DC1-8693-6D14F1D86C15}" dt="2025-01-24T17:23:34.388" v="277" actId="167"/>
          <ac:spMkLst>
            <pc:docMk/>
            <pc:sldMk cId="2850052631" sldId="302"/>
            <ac:spMk id="58" creationId="{88E8E65E-4497-41D1-AFE1-ACE2A1C11A22}"/>
          </ac:spMkLst>
        </pc:spChg>
        <pc:spChg chg="ord">
          <ac:chgData name="Wylie Dunham" userId="c47913cb-7ae5-4eba-aaa7-be04cdcee964" providerId="ADAL" clId="{0F86D8C5-381A-4DC1-8693-6D14F1D86C15}" dt="2025-01-24T17:12:39.523" v="261" actId="167"/>
          <ac:spMkLst>
            <pc:docMk/>
            <pc:sldMk cId="2850052631" sldId="302"/>
            <ac:spMk id="59" creationId="{FD49EA7A-DA6F-4926-9DC6-AFC7F834CF34}"/>
          </ac:spMkLst>
        </pc:spChg>
        <pc:spChg chg="mod">
          <ac:chgData name="Wylie Dunham" userId="c47913cb-7ae5-4eba-aaa7-be04cdcee964" providerId="ADAL" clId="{0F86D8C5-381A-4DC1-8693-6D14F1D86C15}" dt="2025-01-24T17:19:08.566" v="267" actId="207"/>
          <ac:spMkLst>
            <pc:docMk/>
            <pc:sldMk cId="2850052631" sldId="302"/>
            <ac:spMk id="61" creationId="{CFAA3278-63CA-4129-996C-00D76282C4C7}"/>
          </ac:spMkLst>
        </pc:spChg>
        <pc:spChg chg="ord">
          <ac:chgData name="Wylie Dunham" userId="c47913cb-7ae5-4eba-aaa7-be04cdcee964" providerId="ADAL" clId="{0F86D8C5-381A-4DC1-8693-6D14F1D86C15}" dt="2025-01-24T17:07:01.105" v="253" actId="167"/>
          <ac:spMkLst>
            <pc:docMk/>
            <pc:sldMk cId="2850052631" sldId="302"/>
            <ac:spMk id="62" creationId="{051F85FA-D26C-4A09-92BB-BF09D79F63C3}"/>
          </ac:spMkLst>
        </pc:spChg>
        <pc:grpChg chg="mod ord">
          <ac:chgData name="Wylie Dunham" userId="c47913cb-7ae5-4eba-aaa7-be04cdcee964" providerId="ADAL" clId="{0F86D8C5-381A-4DC1-8693-6D14F1D86C15}" dt="2025-01-24T17:03:22.009" v="241" actId="1076"/>
          <ac:grpSpMkLst>
            <pc:docMk/>
            <pc:sldMk cId="2850052631" sldId="302"/>
            <ac:grpSpMk id="6" creationId="{FE7691C8-F842-40A4-9C75-D4F734405253}"/>
          </ac:grpSpMkLst>
        </pc:grpChg>
      </pc:sldChg>
    </pc:docChg>
  </pc:docChgLst>
  <pc:docChgLst>
    <pc:chgData name="Alejandra Herrera Rojas" userId="S::cr-ahr@panduit.com::87c793be-957a-4090-8ad8-6bddaa2c1976" providerId="AD" clId="Web-{0110323B-6E1D-E523-B665-0DD2E515C2AD}"/>
    <pc:docChg chg="modSld">
      <pc:chgData name="Alejandra Herrera Rojas" userId="S::cr-ahr@panduit.com::87c793be-957a-4090-8ad8-6bddaa2c1976" providerId="AD" clId="Web-{0110323B-6E1D-E523-B665-0DD2E515C2AD}" dt="2023-07-25T03:13:22.326" v="13" actId="1076"/>
      <pc:docMkLst>
        <pc:docMk/>
      </pc:docMkLst>
      <pc:sldChg chg="modSp">
        <pc:chgData name="Alejandra Herrera Rojas" userId="S::cr-ahr@panduit.com::87c793be-957a-4090-8ad8-6bddaa2c1976" providerId="AD" clId="Web-{0110323B-6E1D-E523-B665-0DD2E515C2AD}" dt="2023-07-25T03:13:22.326" v="13" actId="1076"/>
        <pc:sldMkLst>
          <pc:docMk/>
          <pc:sldMk cId="3586068393" sldId="295"/>
        </pc:sldMkLst>
      </pc:sldChg>
    </pc:docChg>
  </pc:docChgLst>
  <pc:docChgLst>
    <pc:chgData name="Iftekhar Hossain" userId="S::ih@panduit.com::4079fcd9-999b-4f57-9d28-46ec149733e8" providerId="AD" clId="Web-{535796A9-A9F6-4331-A95D-8C7F52C87658}"/>
    <pc:docChg chg="modSld">
      <pc:chgData name="Iftekhar Hossain" userId="S::ih@panduit.com::4079fcd9-999b-4f57-9d28-46ec149733e8" providerId="AD" clId="Web-{535796A9-A9F6-4331-A95D-8C7F52C87658}" dt="2024-08-21T02:27:59.031" v="6" actId="20577"/>
      <pc:docMkLst>
        <pc:docMk/>
      </pc:docMkLst>
      <pc:sldChg chg="modSp">
        <pc:chgData name="Iftekhar Hossain" userId="S::ih@panduit.com::4079fcd9-999b-4f57-9d28-46ec149733e8" providerId="AD" clId="Web-{535796A9-A9F6-4331-A95D-8C7F52C87658}" dt="2024-08-21T02:27:59.031" v="6" actId="20577"/>
        <pc:sldMkLst>
          <pc:docMk/>
          <pc:sldMk cId="109027816" sldId="299"/>
        </pc:sldMkLst>
      </pc:sldChg>
    </pc:docChg>
  </pc:docChgLst>
  <pc:docChgLst>
    <pc:chgData name="Alejandra Herrera Rojas" userId="S::cr-ahr@panduit.com::87c793be-957a-4090-8ad8-6bddaa2c1976" providerId="AD" clId="Web-{B91B9852-7F1B-4C12-A27E-2F97813C33B2}"/>
    <pc:docChg chg="modSld">
      <pc:chgData name="Alejandra Herrera Rojas" userId="S::cr-ahr@panduit.com::87c793be-957a-4090-8ad8-6bddaa2c1976" providerId="AD" clId="Web-{B91B9852-7F1B-4C12-A27E-2F97813C33B2}" dt="2022-08-05T18:05:43.302" v="8" actId="14100"/>
      <pc:docMkLst>
        <pc:docMk/>
      </pc:docMkLst>
      <pc:sldChg chg="modSp">
        <pc:chgData name="Alejandra Herrera Rojas" userId="S::cr-ahr@panduit.com::87c793be-957a-4090-8ad8-6bddaa2c1976" providerId="AD" clId="Web-{B91B9852-7F1B-4C12-A27E-2F97813C33B2}" dt="2022-08-05T18:05:43.302" v="8" actId="14100"/>
        <pc:sldMkLst>
          <pc:docMk/>
          <pc:sldMk cId="85829905" sldId="301"/>
        </pc:sldMkLst>
      </pc:sldChg>
    </pc:docChg>
  </pc:docChgLst>
  <pc:docChgLst>
    <pc:chgData name="Kevin Mchugh" userId="S::kjm@panduit.com::860a09e9-651b-4a74-ad1e-893b07ae93fd" providerId="AD" clId="Web-{F019E56B-64B5-E3AD-2611-A6658628BACE}"/>
    <pc:docChg chg="modSld">
      <pc:chgData name="Kevin Mchugh" userId="S::kjm@panduit.com::860a09e9-651b-4a74-ad1e-893b07ae93fd" providerId="AD" clId="Web-{F019E56B-64B5-E3AD-2611-A6658628BACE}" dt="2024-07-03T16:05:27.453" v="60" actId="20577"/>
      <pc:docMkLst>
        <pc:docMk/>
      </pc:docMkLst>
      <pc:sldChg chg="modSp">
        <pc:chgData name="Kevin Mchugh" userId="S::kjm@panduit.com::860a09e9-651b-4a74-ad1e-893b07ae93fd" providerId="AD" clId="Web-{F019E56B-64B5-E3AD-2611-A6658628BACE}" dt="2024-07-03T16:05:27.453" v="60" actId="20577"/>
        <pc:sldMkLst>
          <pc:docMk/>
          <pc:sldMk cId="109027816" sldId="299"/>
        </pc:sldMkLst>
      </pc:sldChg>
    </pc:docChg>
  </pc:docChgLst>
  <pc:docChgLst>
    <pc:chgData name="Kevin Mchugh" userId="S::kjm@panduit.com::860a09e9-651b-4a74-ad1e-893b07ae93fd" providerId="AD" clId="Web-{5EC760F1-1F23-ED3A-3335-0015DCDA4887}"/>
    <pc:docChg chg="modSld">
      <pc:chgData name="Kevin Mchugh" userId="S::kjm@panduit.com::860a09e9-651b-4a74-ad1e-893b07ae93fd" providerId="AD" clId="Web-{5EC760F1-1F23-ED3A-3335-0015DCDA4887}" dt="2024-07-03T16:10:01.701" v="22" actId="1076"/>
      <pc:docMkLst>
        <pc:docMk/>
      </pc:docMkLst>
      <pc:sldChg chg="addSp modSp">
        <pc:chgData name="Kevin Mchugh" userId="S::kjm@panduit.com::860a09e9-651b-4a74-ad1e-893b07ae93fd" providerId="AD" clId="Web-{5EC760F1-1F23-ED3A-3335-0015DCDA4887}" dt="2024-07-03T16:10:01.701" v="22" actId="1076"/>
        <pc:sldMkLst>
          <pc:docMk/>
          <pc:sldMk cId="109027816" sldId="299"/>
        </pc:sldMkLst>
      </pc:sldChg>
    </pc:docChg>
  </pc:docChgLst>
  <pc:docChgLst>
    <pc:chgData name="Iftekhar Hossain" userId="S::ih@panduit.com::4079fcd9-999b-4f57-9d28-46ec149733e8" providerId="AD" clId="Web-{70E34523-EC7C-42CD-BC8D-50F840F50CF3}"/>
    <pc:docChg chg="modSld">
      <pc:chgData name="Iftekhar Hossain" userId="S::ih@panduit.com::4079fcd9-999b-4f57-9d28-46ec149733e8" providerId="AD" clId="Web-{70E34523-EC7C-42CD-BC8D-50F840F50CF3}" dt="2025-01-23T17:19:36.691" v="1" actId="1076"/>
      <pc:docMkLst>
        <pc:docMk/>
      </pc:docMkLst>
      <pc:sldChg chg="modSp">
        <pc:chgData name="Iftekhar Hossain" userId="S::ih@panduit.com::4079fcd9-999b-4f57-9d28-46ec149733e8" providerId="AD" clId="Web-{70E34523-EC7C-42CD-BC8D-50F840F50CF3}" dt="2025-01-23T17:19:36.691" v="1" actId="1076"/>
        <pc:sldMkLst>
          <pc:docMk/>
          <pc:sldMk cId="3586068393" sldId="295"/>
        </pc:sldMkLst>
        <pc:spChg chg="mod">
          <ac:chgData name="Iftekhar Hossain" userId="S::ih@panduit.com::4079fcd9-999b-4f57-9d28-46ec149733e8" providerId="AD" clId="Web-{70E34523-EC7C-42CD-BC8D-50F840F50CF3}" dt="2025-01-23T17:19:36.691" v="1" actId="1076"/>
          <ac:spMkLst>
            <pc:docMk/>
            <pc:sldMk cId="3586068393" sldId="295"/>
            <ac:spMk id="19" creationId="{00000000-0000-0000-0000-000000000000}"/>
          </ac:spMkLst>
        </pc:spChg>
      </pc:sldChg>
    </pc:docChg>
  </pc:docChgLst>
  <pc:docChgLst>
    <pc:chgData name="Alejandra Herrera Rojas" userId="S::cr-ahr@panduit.com::87c793be-957a-4090-8ad8-6bddaa2c1976" providerId="AD" clId="Web-{520B2873-B8FC-665C-4F7C-B5DEEBBA9487}"/>
    <pc:docChg chg="modSld">
      <pc:chgData name="Alejandra Herrera Rojas" userId="S::cr-ahr@panduit.com::87c793be-957a-4090-8ad8-6bddaa2c1976" providerId="AD" clId="Web-{520B2873-B8FC-665C-4F7C-B5DEEBBA9487}" dt="2023-07-18T16:15:18.742" v="1" actId="1076"/>
      <pc:docMkLst>
        <pc:docMk/>
      </pc:docMkLst>
      <pc:sldChg chg="modSp">
        <pc:chgData name="Alejandra Herrera Rojas" userId="S::cr-ahr@panduit.com::87c793be-957a-4090-8ad8-6bddaa2c1976" providerId="AD" clId="Web-{520B2873-B8FC-665C-4F7C-B5DEEBBA9487}" dt="2023-07-18T16:15:18.742" v="1" actId="1076"/>
        <pc:sldMkLst>
          <pc:docMk/>
          <pc:sldMk cId="85829905" sldId="301"/>
        </pc:sldMkLst>
      </pc:sldChg>
    </pc:docChg>
  </pc:docChgLst>
  <pc:docChgLst>
    <pc:chgData name="Alejandra Herrera Rojas" userId="S::cr-ahr@panduit.com::87c793be-957a-4090-8ad8-6bddaa2c1976" providerId="AD" clId="Web-{30F78948-B94E-AD52-C0B2-6E202923886F}"/>
    <pc:docChg chg="modSld">
      <pc:chgData name="Alejandra Herrera Rojas" userId="S::cr-ahr@panduit.com::87c793be-957a-4090-8ad8-6bddaa2c1976" providerId="AD" clId="Web-{30F78948-B94E-AD52-C0B2-6E202923886F}" dt="2023-08-08T23:18:08.988" v="16" actId="20577"/>
      <pc:docMkLst>
        <pc:docMk/>
      </pc:docMkLst>
      <pc:sldChg chg="modSp">
        <pc:chgData name="Alejandra Herrera Rojas" userId="S::cr-ahr@panduit.com::87c793be-957a-4090-8ad8-6bddaa2c1976" providerId="AD" clId="Web-{30F78948-B94E-AD52-C0B2-6E202923886F}" dt="2023-08-08T23:18:08.988" v="16" actId="20577"/>
        <pc:sldMkLst>
          <pc:docMk/>
          <pc:sldMk cId="3586068393" sldId="295"/>
        </pc:sldMkLst>
      </pc:sldChg>
      <pc:sldChg chg="modSp">
        <pc:chgData name="Alejandra Herrera Rojas" userId="S::cr-ahr@panduit.com::87c793be-957a-4090-8ad8-6bddaa2c1976" providerId="AD" clId="Web-{30F78948-B94E-AD52-C0B2-6E202923886F}" dt="2023-08-08T23:18:02.691" v="10" actId="20577"/>
        <pc:sldMkLst>
          <pc:docMk/>
          <pc:sldMk cId="85829905" sldId="301"/>
        </pc:sldMkLst>
      </pc:sldChg>
    </pc:docChg>
  </pc:docChgLst>
  <pc:docChgLst>
    <pc:chgData name="Karen Mcelroy" userId="S::kamc@panduit.com::e31c78a3-5f93-4f66-bcb1-c7e7eb292da6" providerId="AD" clId="Web-{CB36D962-2F10-4A53-90C3-47D28A58A38C}"/>
    <pc:docChg chg="modSld">
      <pc:chgData name="Karen Mcelroy" userId="S::kamc@panduit.com::e31c78a3-5f93-4f66-bcb1-c7e7eb292da6" providerId="AD" clId="Web-{CB36D962-2F10-4A53-90C3-47D28A58A38C}" dt="2025-01-23T17:31:02.549" v="5" actId="20577"/>
      <pc:docMkLst>
        <pc:docMk/>
      </pc:docMkLst>
      <pc:sldChg chg="modSp">
        <pc:chgData name="Karen Mcelroy" userId="S::kamc@panduit.com::e31c78a3-5f93-4f66-bcb1-c7e7eb292da6" providerId="AD" clId="Web-{CB36D962-2F10-4A53-90C3-47D28A58A38C}" dt="2025-01-23T17:31:02.549" v="5" actId="20577"/>
        <pc:sldMkLst>
          <pc:docMk/>
          <pc:sldMk cId="935295294" sldId="296"/>
        </pc:sldMkLst>
        <pc:spChg chg="mod">
          <ac:chgData name="Karen Mcelroy" userId="S::kamc@panduit.com::e31c78a3-5f93-4f66-bcb1-c7e7eb292da6" providerId="AD" clId="Web-{CB36D962-2F10-4A53-90C3-47D28A58A38C}" dt="2025-01-23T17:30:24.611" v="2"/>
          <ac:spMkLst>
            <pc:docMk/>
            <pc:sldMk cId="935295294" sldId="296"/>
            <ac:spMk id="15" creationId="{87B54174-63A1-E35E-590B-1237FEDB9972}"/>
          </ac:spMkLst>
        </pc:spChg>
        <pc:spChg chg="mod">
          <ac:chgData name="Karen Mcelroy" userId="S::kamc@panduit.com::e31c78a3-5f93-4f66-bcb1-c7e7eb292da6" providerId="AD" clId="Web-{CB36D962-2F10-4A53-90C3-47D28A58A38C}" dt="2025-01-23T17:29:38.578" v="0" actId="1076"/>
          <ac:spMkLst>
            <pc:docMk/>
            <pc:sldMk cId="935295294" sldId="296"/>
            <ac:spMk id="16" creationId="{65CCE007-9922-F9CB-5C79-6E76EF643B03}"/>
          </ac:spMkLst>
        </pc:spChg>
        <pc:spChg chg="mod">
          <ac:chgData name="Karen Mcelroy" userId="S::kamc@panduit.com::e31c78a3-5f93-4f66-bcb1-c7e7eb292da6" providerId="AD" clId="Web-{CB36D962-2F10-4A53-90C3-47D28A58A38C}" dt="2025-01-23T17:30:17.376" v="1"/>
          <ac:spMkLst>
            <pc:docMk/>
            <pc:sldMk cId="935295294" sldId="296"/>
            <ac:spMk id="19" creationId="{06FC6AED-559F-DC72-3A92-1C8BA391EF58}"/>
          </ac:spMkLst>
        </pc:spChg>
        <pc:spChg chg="mod">
          <ac:chgData name="Karen Mcelroy" userId="S::kamc@panduit.com::e31c78a3-5f93-4f66-bcb1-c7e7eb292da6" providerId="AD" clId="Web-{CB36D962-2F10-4A53-90C3-47D28A58A38C}" dt="2025-01-23T17:30:40.361" v="3"/>
          <ac:spMkLst>
            <pc:docMk/>
            <pc:sldMk cId="935295294" sldId="296"/>
            <ac:spMk id="21" creationId="{907E2722-FDC9-7798-0C10-2BF623273F15}"/>
          </ac:spMkLst>
        </pc:spChg>
        <pc:spChg chg="mod">
          <ac:chgData name="Karen Mcelroy" userId="S::kamc@panduit.com::e31c78a3-5f93-4f66-bcb1-c7e7eb292da6" providerId="AD" clId="Web-{CB36D962-2F10-4A53-90C3-47D28A58A38C}" dt="2025-01-23T17:31:02.549" v="5" actId="20577"/>
          <ac:spMkLst>
            <pc:docMk/>
            <pc:sldMk cId="935295294" sldId="296"/>
            <ac:spMk id="35" creationId="{A6D8E0F7-074B-4FC5-9870-362BD5584C3B}"/>
          </ac:spMkLst>
        </pc:spChg>
      </pc:sldChg>
    </pc:docChg>
  </pc:docChgLst>
  <pc:docChgLst>
    <pc:chgData name="Kevin Mchugh" userId="S::kjm@panduit.com::860a09e9-651b-4a74-ad1e-893b07ae93fd" providerId="AD" clId="Web-{40439023-C3B3-0735-68A8-F22947839DF3}"/>
    <pc:docChg chg="modSld">
      <pc:chgData name="Kevin Mchugh" userId="S::kjm@panduit.com::860a09e9-651b-4a74-ad1e-893b07ae93fd" providerId="AD" clId="Web-{40439023-C3B3-0735-68A8-F22947839DF3}" dt="2023-07-18T18:59:58.058" v="23" actId="20577"/>
      <pc:docMkLst>
        <pc:docMk/>
      </pc:docMkLst>
      <pc:sldChg chg="modSp">
        <pc:chgData name="Kevin Mchugh" userId="S::kjm@panduit.com::860a09e9-651b-4a74-ad1e-893b07ae93fd" providerId="AD" clId="Web-{40439023-C3B3-0735-68A8-F22947839DF3}" dt="2023-07-18T18:59:58.058" v="23" actId="20577"/>
        <pc:sldMkLst>
          <pc:docMk/>
          <pc:sldMk cId="109027816" sldId="299"/>
        </pc:sldMkLst>
      </pc:sldChg>
    </pc:docChg>
  </pc:docChgLst>
  <pc:docChgLst>
    <pc:chgData name="Iftekhar Hossain" userId="S::ih@panduit.com::4079fcd9-999b-4f57-9d28-46ec149733e8" providerId="AD" clId="Web-{2A3F141B-2AFE-4D16-BA40-01C991FCC8BB}"/>
    <pc:docChg chg="modSld">
      <pc:chgData name="Iftekhar Hossain" userId="S::ih@panduit.com::4079fcd9-999b-4f57-9d28-46ec149733e8" providerId="AD" clId="Web-{2A3F141B-2AFE-4D16-BA40-01C991FCC8BB}" dt="2024-07-03T15:49:03.702" v="2" actId="1076"/>
      <pc:docMkLst>
        <pc:docMk/>
      </pc:docMkLst>
      <pc:sldChg chg="modSp">
        <pc:chgData name="Iftekhar Hossain" userId="S::ih@panduit.com::4079fcd9-999b-4f57-9d28-46ec149733e8" providerId="AD" clId="Web-{2A3F141B-2AFE-4D16-BA40-01C991FCC8BB}" dt="2024-07-03T15:49:03.702" v="2" actId="1076"/>
        <pc:sldMkLst>
          <pc:docMk/>
          <pc:sldMk cId="85829905" sldId="301"/>
        </pc:sldMkLst>
      </pc:sldChg>
    </pc:docChg>
  </pc:docChgLst>
  <pc:docChgLst>
    <pc:chgData name="Alejandra Herrera Rojas" userId="S::cr-ahr@panduit.com::87c793be-957a-4090-8ad8-6bddaa2c1976" providerId="AD" clId="Web-{D5E63154-B9D9-4744-9540-B08CBD78B7D5}"/>
    <pc:docChg chg="modSld">
      <pc:chgData name="Alejandra Herrera Rojas" userId="S::cr-ahr@panduit.com::87c793be-957a-4090-8ad8-6bddaa2c1976" providerId="AD" clId="Web-{D5E63154-B9D9-4744-9540-B08CBD78B7D5}" dt="2022-08-05T17:56:33.278" v="74" actId="20577"/>
      <pc:docMkLst>
        <pc:docMk/>
      </pc:docMkLst>
      <pc:sldChg chg="addSp modSp">
        <pc:chgData name="Alejandra Herrera Rojas" userId="S::cr-ahr@panduit.com::87c793be-957a-4090-8ad8-6bddaa2c1976" providerId="AD" clId="Web-{D5E63154-B9D9-4744-9540-B08CBD78B7D5}" dt="2022-08-05T17:44:10.256" v="58" actId="14100"/>
        <pc:sldMkLst>
          <pc:docMk/>
          <pc:sldMk cId="3586068393" sldId="295"/>
        </pc:sldMkLst>
      </pc:sldChg>
      <pc:sldChg chg="addSp modSp">
        <pc:chgData name="Alejandra Herrera Rojas" userId="S::cr-ahr@panduit.com::87c793be-957a-4090-8ad8-6bddaa2c1976" providerId="AD" clId="Web-{D5E63154-B9D9-4744-9540-B08CBD78B7D5}" dt="2022-08-05T17:56:33.278" v="74" actId="20577"/>
        <pc:sldMkLst>
          <pc:docMk/>
          <pc:sldMk cId="85829905" sldId="301"/>
        </pc:sldMkLst>
      </pc:sldChg>
    </pc:docChg>
  </pc:docChgLst>
  <pc:docChgLst>
    <pc:chgData name="Alejandra Herrera Rojas" userId="S::cr-ahr@panduit.com::87c793be-957a-4090-8ad8-6bddaa2c1976" providerId="AD" clId="Web-{91663AF1-1A42-4CCA-A2D8-B05795B83D4B}"/>
    <pc:docChg chg="modSld">
      <pc:chgData name="Alejandra Herrera Rojas" userId="S::cr-ahr@panduit.com::87c793be-957a-4090-8ad8-6bddaa2c1976" providerId="AD" clId="Web-{91663AF1-1A42-4CCA-A2D8-B05795B83D4B}" dt="2022-04-04T15:24:48.247" v="51" actId="20577"/>
      <pc:docMkLst>
        <pc:docMk/>
      </pc:docMkLst>
      <pc:sldChg chg="addSp modSp">
        <pc:chgData name="Alejandra Herrera Rojas" userId="S::cr-ahr@panduit.com::87c793be-957a-4090-8ad8-6bddaa2c1976" providerId="AD" clId="Web-{91663AF1-1A42-4CCA-A2D8-B05795B83D4B}" dt="2022-04-04T15:23:03.213" v="26" actId="1076"/>
        <pc:sldMkLst>
          <pc:docMk/>
          <pc:sldMk cId="3586068393" sldId="295"/>
        </pc:sldMkLst>
      </pc:sldChg>
      <pc:sldChg chg="modSp">
        <pc:chgData name="Alejandra Herrera Rojas" userId="S::cr-ahr@panduit.com::87c793be-957a-4090-8ad8-6bddaa2c1976" providerId="AD" clId="Web-{91663AF1-1A42-4CCA-A2D8-B05795B83D4B}" dt="2022-04-04T15:24:48.247" v="51" actId="20577"/>
        <pc:sldMkLst>
          <pc:docMk/>
          <pc:sldMk cId="85829905" sldId="301"/>
        </pc:sldMkLst>
      </pc:sldChg>
    </pc:docChg>
  </pc:docChgLst>
  <pc:docChgLst>
    <pc:chgData name="Alejandra Herrera Rojas" userId="S::cr-ahr@panduit.com::87c793be-957a-4090-8ad8-6bddaa2c1976" providerId="AD" clId="Web-{677EFD57-E0CB-EA9B-C43C-82581B600C70}"/>
    <pc:docChg chg="modSld">
      <pc:chgData name="Alejandra Herrera Rojas" userId="S::cr-ahr@panduit.com::87c793be-957a-4090-8ad8-6bddaa2c1976" providerId="AD" clId="Web-{677EFD57-E0CB-EA9B-C43C-82581B600C70}" dt="2023-07-31T13:33:18.422" v="9" actId="14100"/>
      <pc:docMkLst>
        <pc:docMk/>
      </pc:docMkLst>
      <pc:sldChg chg="modSp">
        <pc:chgData name="Alejandra Herrera Rojas" userId="S::cr-ahr@panduit.com::87c793be-957a-4090-8ad8-6bddaa2c1976" providerId="AD" clId="Web-{677EFD57-E0CB-EA9B-C43C-82581B600C70}" dt="2023-07-31T13:33:18.422" v="9" actId="14100"/>
        <pc:sldMkLst>
          <pc:docMk/>
          <pc:sldMk cId="85829905" sldId="301"/>
        </pc:sldMkLst>
      </pc:sldChg>
    </pc:docChg>
  </pc:docChgLst>
  <pc:docChgLst>
    <pc:chgData name="Alejandra Herrera Rojas" userId="S::cr-ahr@panduit.com::87c793be-957a-4090-8ad8-6bddaa2c1976" providerId="AD" clId="Web-{8E1B830C-51F6-45F9-8E33-0FEF115A5206}"/>
    <pc:docChg chg="modSld">
      <pc:chgData name="Alejandra Herrera Rojas" userId="S::cr-ahr@panduit.com::87c793be-957a-4090-8ad8-6bddaa2c1976" providerId="AD" clId="Web-{8E1B830C-51F6-45F9-8E33-0FEF115A5206}" dt="2022-04-04T18:17:25.003" v="18" actId="14100"/>
      <pc:docMkLst>
        <pc:docMk/>
      </pc:docMkLst>
      <pc:sldChg chg="modSp">
        <pc:chgData name="Alejandra Herrera Rojas" userId="S::cr-ahr@panduit.com::87c793be-957a-4090-8ad8-6bddaa2c1976" providerId="AD" clId="Web-{8E1B830C-51F6-45F9-8E33-0FEF115A5206}" dt="2022-04-04T18:17:25.003" v="18" actId="14100"/>
        <pc:sldMkLst>
          <pc:docMk/>
          <pc:sldMk cId="3586068393" sldId="295"/>
        </pc:sldMkLst>
      </pc:sldChg>
    </pc:docChg>
  </pc:docChgLst>
  <pc:docChgLst>
    <pc:chgData name="Alejandra Herrera Rojas" userId="S::cr-ahr@panduit.com::87c793be-957a-4090-8ad8-6bddaa2c1976" providerId="AD" clId="Web-{65A5B916-BDE3-B0D8-037C-F4E006DA259B}"/>
    <pc:docChg chg="modSld">
      <pc:chgData name="Alejandra Herrera Rojas" userId="S::cr-ahr@panduit.com::87c793be-957a-4090-8ad8-6bddaa2c1976" providerId="AD" clId="Web-{65A5B916-BDE3-B0D8-037C-F4E006DA259B}" dt="2023-07-19T20:20:22.878" v="60" actId="20577"/>
      <pc:docMkLst>
        <pc:docMk/>
      </pc:docMkLst>
      <pc:sldChg chg="delSp modSp">
        <pc:chgData name="Alejandra Herrera Rojas" userId="S::cr-ahr@panduit.com::87c793be-957a-4090-8ad8-6bddaa2c1976" providerId="AD" clId="Web-{65A5B916-BDE3-B0D8-037C-F4E006DA259B}" dt="2023-07-19T20:12:07.399" v="16" actId="1076"/>
        <pc:sldMkLst>
          <pc:docMk/>
          <pc:sldMk cId="3586068393" sldId="295"/>
        </pc:sldMkLst>
      </pc:sldChg>
      <pc:sldChg chg="modSp">
        <pc:chgData name="Alejandra Herrera Rojas" userId="S::cr-ahr@panduit.com::87c793be-957a-4090-8ad8-6bddaa2c1976" providerId="AD" clId="Web-{65A5B916-BDE3-B0D8-037C-F4E006DA259B}" dt="2023-07-19T20:20:22.878" v="60" actId="20577"/>
        <pc:sldMkLst>
          <pc:docMk/>
          <pc:sldMk cId="85829905" sldId="301"/>
        </pc:sldMkLst>
      </pc:sldChg>
    </pc:docChg>
  </pc:docChgLst>
  <pc:docChgLst>
    <pc:chgData name="Karen Mcelroy" userId="e31c78a3-5f93-4f66-bcb1-c7e7eb292da6" providerId="ADAL" clId="{2EBCD425-063F-4824-AE07-25C598C085D4}"/>
    <pc:docChg chg="undo custSel modSld">
      <pc:chgData name="Karen Mcelroy" userId="e31c78a3-5f93-4f66-bcb1-c7e7eb292da6" providerId="ADAL" clId="{2EBCD425-063F-4824-AE07-25C598C085D4}" dt="2024-08-21T14:08:52.082" v="21" actId="207"/>
      <pc:docMkLst>
        <pc:docMk/>
      </pc:docMkLst>
      <pc:sldChg chg="modSp mod">
        <pc:chgData name="Karen Mcelroy" userId="e31c78a3-5f93-4f66-bcb1-c7e7eb292da6" providerId="ADAL" clId="{2EBCD425-063F-4824-AE07-25C598C085D4}" dt="2024-08-21T14:08:52.082" v="21" actId="207"/>
        <pc:sldMkLst>
          <pc:docMk/>
          <pc:sldMk cId="935295294" sldId="296"/>
        </pc:sldMkLst>
      </pc:sldChg>
    </pc:docChg>
  </pc:docChgLst>
  <pc:docChgLst>
    <pc:chgData name="Karen Mcelroy" userId="S::kamc@panduit.com::e31c78a3-5f93-4f66-bcb1-c7e7eb292da6" providerId="AD" clId="Web-{F729F2E0-0641-3298-4FA6-528D99F3308F}"/>
    <pc:docChg chg="modSld">
      <pc:chgData name="Karen Mcelroy" userId="S::kamc@panduit.com::e31c78a3-5f93-4f66-bcb1-c7e7eb292da6" providerId="AD" clId="Web-{F729F2E0-0641-3298-4FA6-528D99F3308F}" dt="2024-08-21T14:05:18.442" v="231" actId="20577"/>
      <pc:docMkLst>
        <pc:docMk/>
      </pc:docMkLst>
      <pc:sldChg chg="addSp delSp modSp">
        <pc:chgData name="Karen Mcelroy" userId="S::kamc@panduit.com::e31c78a3-5f93-4f66-bcb1-c7e7eb292da6" providerId="AD" clId="Web-{F729F2E0-0641-3298-4FA6-528D99F3308F}" dt="2024-08-21T14:05:18.442" v="231" actId="20577"/>
        <pc:sldMkLst>
          <pc:docMk/>
          <pc:sldMk cId="935295294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993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159BD24C-EACC-D847-B243-30EDF49B5366}" type="datetime1">
              <a:rPr lang="en-US" smtClean="0">
                <a:latin typeface="Arial"/>
              </a:rPr>
              <a:t>1/24/2025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993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3C5476D0-E840-EA4F-BF35-593FA224354B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16773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993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>
                <a:latin typeface="Arial"/>
              </a:defRPr>
            </a:lvl1pPr>
          </a:lstStyle>
          <a:p>
            <a:fld id="{560A29CD-FA43-164C-A091-8F34852BBA19}" type="datetime1">
              <a:rPr lang="en-US" smtClean="0"/>
              <a:pPr/>
              <a:t>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1030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28" y="4423331"/>
            <a:ext cx="5621020" cy="4190524"/>
          </a:xfrm>
          <a:prstGeom prst="rect">
            <a:avLst/>
          </a:prstGeom>
        </p:spPr>
        <p:txBody>
          <a:bodyPr vert="horz" lIns="93360" tIns="46680" rIns="93360" bIns="466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993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>
                <a:latin typeface="Arial"/>
              </a:defRPr>
            </a:lvl1pPr>
          </a:lstStyle>
          <a:p>
            <a:fld id="{0F1BA9F6-63FA-6041-A6B0-E0C2842B27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146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BA9F6-63FA-6041-A6B0-E0C2842B273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55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BA9F6-63FA-6041-A6B0-E0C2842B273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1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BA9F6-63FA-6041-A6B0-E0C2842B273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01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BA9F6-63FA-6041-A6B0-E0C2842B273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01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Breakdown of assignments available at https://app.smartsheet.com/sheets/XQP4RRjHm9RQq42qHrFJ43pVvMxVH9FjMQfH3v81?view=grid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BA9F6-63FA-6041-A6B0-E0C2842B273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2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emf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em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5178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lain 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496" y="628876"/>
            <a:ext cx="4068767" cy="228109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lnSpc>
                <a:spcPct val="80000"/>
              </a:lnSpc>
              <a:defRPr kumimoji="0" lang="en-US" sz="4400" b="1" i="0" u="none" strike="noStrike" cap="all" spc="0" normalizeH="0" baseline="0" dirty="0">
                <a:ln w="1270">
                  <a:noFill/>
                </a:ln>
                <a:solidFill>
                  <a:srgbClr val="3A3B3C"/>
                </a:solidFill>
                <a:effectLst>
                  <a:outerShdw blurRad="38100" dist="12700" dir="27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Arial"/>
                <a:cs typeface="+mj-cs"/>
              </a:defRPr>
            </a:lvl1pPr>
          </a:lstStyle>
          <a:p>
            <a:pPr marL="0" marR="0" lvl="0" indent="0" algn="l" fontAlgn="auto">
              <a:lnSpc>
                <a:spcPct val="80000"/>
              </a:lnSpc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496" y="2976305"/>
            <a:ext cx="4068767" cy="1314450"/>
          </a:xfrm>
        </p:spPr>
        <p:txBody>
          <a:bodyPr vert="horz" lIns="0" tIns="0" rIns="0" bIns="0" rtlCol="0" anchor="t">
            <a:normAutofit/>
          </a:bodyPr>
          <a:lstStyle>
            <a:lvl1pPr marL="234950" indent="-234950" algn="l">
              <a:buNone/>
              <a:defRPr kumimoji="0" lang="en-US" sz="1600" b="0" i="0" u="none" strike="noStrike" cap="none" spc="0" normalizeH="0" baseline="0" dirty="0">
                <a:ln>
                  <a:noFill/>
                </a:ln>
                <a:solidFill>
                  <a:srgbClr val="3A3B3C"/>
                </a:solidFill>
                <a:effectLst>
                  <a:outerShdw blurRad="22225" dist="12700" dir="2700000" algn="tl">
                    <a:srgbClr val="000000">
                      <a:alpha val="15000"/>
                    </a:srgbClr>
                  </a:outerShdw>
                </a:effectLst>
                <a:uLnTx/>
                <a:uFillTx/>
                <a:latin typeface="Arial"/>
                <a:cs typeface="+mn-cs"/>
              </a:defRPr>
            </a:lvl1pPr>
          </a:lstStyle>
          <a:p>
            <a:pPr marL="0" marR="0" lvl="0" indent="0" fontAlgn="auto">
              <a:lnSpc>
                <a:spcPct val="90000"/>
              </a:lnSpc>
              <a:spcAft>
                <a:spcPts val="0"/>
              </a:spcAft>
              <a:buClr>
                <a:srgbClr val="E5B306"/>
              </a:buClr>
              <a:buSzTx/>
              <a:tabLst/>
            </a:pPr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92920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176" y="466344"/>
            <a:ext cx="8613648" cy="89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85000"/>
              </a:lnSpc>
              <a:defRPr lang="en-US" dirty="0"/>
            </a:lvl1pPr>
          </a:lstStyle>
          <a:p>
            <a:pPr lvl="0"/>
            <a:r>
              <a:rPr lang="en-US"/>
              <a:t>Click to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" y="1344930"/>
            <a:ext cx="8530590" cy="3249692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4257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1620" userDrawn="1">
          <p15:clr>
            <a:srgbClr val="FBAE40"/>
          </p15:clr>
        </p15:guide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176" y="466343"/>
            <a:ext cx="8613648" cy="89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solidFill>
                  <a:srgbClr val="3A3B3C"/>
                </a:solidFill>
              </a:defRPr>
            </a:lvl1pPr>
          </a:lstStyle>
          <a:p>
            <a:pPr lvl="0"/>
            <a:r>
              <a:rPr lang="en-US"/>
              <a:t>Click to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6616" y="1344168"/>
            <a:ext cx="4038600" cy="309977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44168"/>
            <a:ext cx="4038600" cy="309977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957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1620" userDrawn="1">
          <p15:clr>
            <a:srgbClr val="FBAE40"/>
          </p15:clr>
        </p15:guide>
        <p15:guide id="1" pos="2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462067" y="1803402"/>
            <a:ext cx="4081125" cy="27508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tx2">
                  <a:alpha val="66000"/>
                </a:schemeClr>
              </a:gs>
              <a:gs pos="0">
                <a:schemeClr val="tx2">
                  <a:alpha val="66000"/>
                </a:schemeClr>
              </a:gs>
              <a:gs pos="48000">
                <a:schemeClr val="tx2">
                  <a:alpha val="16000"/>
                </a:schemeClr>
              </a:gs>
            </a:gsLst>
            <a:lin ang="0" scaled="1"/>
            <a:tileRect/>
          </a:gradFill>
          <a:ln w="19050">
            <a:noFill/>
            <a:headEnd type="none" w="med" len="med"/>
            <a:tailEnd type="none" w="med" len="med"/>
          </a:ln>
          <a:effectLst>
            <a:outerShdw blurRad="25400" dist="12700" dir="2700000" algn="tl" rotWithShape="0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defTabSz="508993">
              <a:tabLst>
                <a:tab pos="690563" algn="l"/>
              </a:tabLst>
            </a:pPr>
            <a:endParaRPr lang="en-US" sz="2000" b="1" kern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35870" y="1803402"/>
            <a:ext cx="4081125" cy="27508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tx2">
                  <a:alpha val="66000"/>
                </a:schemeClr>
              </a:gs>
              <a:gs pos="0">
                <a:schemeClr val="tx2">
                  <a:alpha val="66000"/>
                </a:schemeClr>
              </a:gs>
              <a:gs pos="48000">
                <a:schemeClr val="tx2">
                  <a:alpha val="16000"/>
                </a:schemeClr>
              </a:gs>
            </a:gsLst>
            <a:lin ang="0" scaled="1"/>
            <a:tileRect/>
          </a:gradFill>
          <a:ln w="19050">
            <a:noFill/>
            <a:headEnd type="none" w="med" len="med"/>
            <a:tailEnd type="none" w="med" len="med"/>
          </a:ln>
          <a:effectLst>
            <a:outerShdw blurRad="25400" dist="12700" dir="2700000" algn="tl" rotWithShape="0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defTabSz="508993">
              <a:tabLst>
                <a:tab pos="690563" algn="l"/>
              </a:tabLst>
            </a:pPr>
            <a:endParaRPr lang="en-US" sz="2000" b="1" kern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2068" y="1347740"/>
            <a:ext cx="4056465" cy="387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>
            <a:outerShdw blurRad="28575" dist="25400" dir="2700000" algn="tl" rotWithShape="0">
              <a:srgbClr val="000000">
                <a:alpha val="43000"/>
              </a:srgbClr>
            </a:outerShdw>
          </a:effectLst>
        </p:spPr>
        <p:txBody>
          <a:bodyPr rtlCol="0" anchor="ctr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66397" y="1355478"/>
            <a:ext cx="4056465" cy="387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>
            <a:outerShdw blurRad="28575" dist="25400" dir="2700000" algn="tl" rotWithShape="0">
              <a:srgbClr val="000000">
                <a:alpha val="43000"/>
              </a:srgbClr>
            </a:outerShdw>
          </a:effectLst>
        </p:spPr>
        <p:txBody>
          <a:bodyPr rtlCol="0" anchor="ctr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7740"/>
            <a:ext cx="4040188" cy="359965"/>
          </a:xfrm>
        </p:spPr>
        <p:txBody>
          <a:bodyPr vert="horz" lIns="91440" tIns="45720" rIns="91440" bIns="45720" rtlCol="0">
            <a:normAutofit/>
          </a:bodyPr>
          <a:lstStyle>
            <a:lvl1pPr marL="234950" indent="-234950" algn="ctr">
              <a:buNone/>
              <a:defRPr lang="en-US" sz="1800" b="1" i="0" spc="0" dirty="0" smtClean="0">
                <a:solidFill>
                  <a:srgbClr val="FFFFFF"/>
                </a:solidFill>
                <a:effectLst>
                  <a:outerShdw blurRad="28575" dist="127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ea"/>
                <a:cs typeface="Arial"/>
              </a:defRPr>
            </a:lvl1pPr>
          </a:lstStyle>
          <a:p>
            <a:pPr marL="0" lvl="0" indent="0" algn="ctr">
              <a:buClr>
                <a:schemeClr val="accent3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6397" y="1347740"/>
            <a:ext cx="4032734" cy="342682"/>
          </a:xfrm>
        </p:spPr>
        <p:txBody>
          <a:bodyPr vert="horz" lIns="91440" tIns="45720" rIns="91440" bIns="45720" rtlCol="0">
            <a:normAutofit/>
          </a:bodyPr>
          <a:lstStyle>
            <a:lvl1pPr marL="234950" indent="-234950" algn="ctr">
              <a:buNone/>
              <a:defRPr lang="en-US" sz="1800" b="1" i="0" spc="0" smtClean="0">
                <a:solidFill>
                  <a:srgbClr val="FFFFFF"/>
                </a:solidFill>
                <a:effectLst>
                  <a:outerShdw blurRad="28575" dist="127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ea"/>
                <a:cs typeface="Arial"/>
              </a:defRPr>
            </a:lvl1pPr>
          </a:lstStyle>
          <a:p>
            <a:pPr marL="0" lvl="0" indent="0" algn="ctr">
              <a:buClr>
                <a:schemeClr val="accent3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176" y="466343"/>
            <a:ext cx="8613648" cy="89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solidFill>
                  <a:srgbClr val="3A3B3C"/>
                </a:solidFill>
              </a:defRPr>
            </a:lvl1pPr>
          </a:lstStyle>
          <a:p>
            <a:pPr lvl="0"/>
            <a:r>
              <a:rPr lang="en-US"/>
              <a:t>Click to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850" y="1855808"/>
            <a:ext cx="3932168" cy="2665663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800"/>
            </a:lvl1pPr>
            <a:lvl2pPr>
              <a:buClr>
                <a:schemeClr val="accent1"/>
              </a:buClr>
              <a:defRPr sz="1600"/>
            </a:lvl2pPr>
            <a:lvl3pPr>
              <a:buClr>
                <a:schemeClr val="accent1"/>
              </a:buCl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9006" y="1855808"/>
            <a:ext cx="3936431" cy="2665663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800"/>
            </a:lvl1pPr>
            <a:lvl2pPr>
              <a:buClr>
                <a:schemeClr val="accent1"/>
              </a:buClr>
              <a:defRPr sz="1600"/>
            </a:lvl2pPr>
            <a:lvl3pPr>
              <a:buClr>
                <a:schemeClr val="accent1"/>
              </a:buCl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462067" y="1803402"/>
            <a:ext cx="4081125" cy="27508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tx2">
                  <a:alpha val="66000"/>
                </a:schemeClr>
              </a:gs>
              <a:gs pos="0">
                <a:schemeClr val="tx2">
                  <a:alpha val="66000"/>
                </a:schemeClr>
              </a:gs>
              <a:gs pos="48000">
                <a:schemeClr val="tx2">
                  <a:alpha val="16000"/>
                </a:schemeClr>
              </a:gs>
            </a:gsLst>
            <a:lin ang="0" scaled="1"/>
            <a:tileRect/>
          </a:gradFill>
          <a:ln w="19050">
            <a:noFill/>
            <a:headEnd type="none" w="med" len="med"/>
            <a:tailEnd type="none" w="med" len="med"/>
          </a:ln>
          <a:effectLst>
            <a:outerShdw blurRad="25400" dist="12700" dir="2700000" algn="tl" rotWithShape="0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defTabSz="508993">
              <a:tabLst>
                <a:tab pos="690563" algn="l"/>
              </a:tabLst>
            </a:pPr>
            <a:endParaRPr lang="en-US" sz="2000" b="1" kern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 userDrawn="1"/>
        </p:nvSpPr>
        <p:spPr>
          <a:xfrm>
            <a:off x="4635870" y="1803402"/>
            <a:ext cx="4081125" cy="2750885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tx2">
                  <a:alpha val="66000"/>
                </a:schemeClr>
              </a:gs>
              <a:gs pos="0">
                <a:schemeClr val="tx2">
                  <a:alpha val="66000"/>
                </a:schemeClr>
              </a:gs>
              <a:gs pos="48000">
                <a:schemeClr val="tx2">
                  <a:alpha val="16000"/>
                </a:schemeClr>
              </a:gs>
            </a:gsLst>
            <a:lin ang="0" scaled="1"/>
            <a:tileRect/>
          </a:gradFill>
          <a:ln w="19050">
            <a:noFill/>
            <a:headEnd type="none" w="med" len="med"/>
            <a:tailEnd type="none" w="med" len="med"/>
          </a:ln>
          <a:effectLst>
            <a:outerShdw blurRad="25400" dist="12700" dir="2700000" algn="tl" rotWithShape="0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defTabSz="508993">
              <a:tabLst>
                <a:tab pos="690563" algn="l"/>
              </a:tabLst>
            </a:pPr>
            <a:endParaRPr lang="en-US" sz="2000" b="1" kern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13" name="Rectangle 12"/>
          <p:cNvSpPr/>
          <p:nvPr userDrawn="1"/>
        </p:nvSpPr>
        <p:spPr bwMode="ltGray">
          <a:xfrm>
            <a:off x="462068" y="1347740"/>
            <a:ext cx="4056465" cy="387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>
            <a:outerShdw blurRad="28575" dist="25400" dir="2700000" algn="tl" rotWithShape="0">
              <a:srgbClr val="000000">
                <a:alpha val="43000"/>
              </a:srgbClr>
            </a:outerShdw>
          </a:effectLst>
        </p:spPr>
        <p:txBody>
          <a:bodyPr rtlCol="0" anchor="ctr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Rectangle 13"/>
          <p:cNvSpPr/>
          <p:nvPr userDrawn="1"/>
        </p:nvSpPr>
        <p:spPr bwMode="ltGray">
          <a:xfrm>
            <a:off x="4666397" y="1355478"/>
            <a:ext cx="4056465" cy="387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>
            <a:outerShdw blurRad="28575" dist="25400" dir="2700000" algn="tl" rotWithShape="0">
              <a:srgbClr val="000000">
                <a:alpha val="43000"/>
              </a:srgbClr>
            </a:outerShdw>
          </a:effectLst>
        </p:spPr>
        <p:txBody>
          <a:bodyPr rtlCol="0" anchor="ctr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513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176" y="466343"/>
            <a:ext cx="8613648" cy="89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</a:t>
            </a:r>
            <a:br>
              <a:rPr lang="en-US"/>
            </a:br>
            <a:r>
              <a:rPr lang="en-US"/>
              <a:t>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756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176" y="466343"/>
            <a:ext cx="8613648" cy="89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aseline="0" dirty="0"/>
            </a:lvl1pPr>
          </a:lstStyle>
          <a:p>
            <a:pPr lvl="0"/>
            <a:r>
              <a:rPr lang="en-US"/>
              <a:t>Click to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3555996"/>
            <a:ext cx="9144000" cy="158750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0" y="3344333"/>
            <a:ext cx="9144000" cy="179916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0" y="3344333"/>
            <a:ext cx="9144000" cy="179916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84"/>
            <a:ext cx="9144000" cy="33337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0"/>
            <a:ext cx="9144000" cy="300568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 rot="5400000">
            <a:off x="2867219" y="-2867220"/>
            <a:ext cx="302601" cy="6037041"/>
          </a:xfrm>
          <a:prstGeom prst="rect">
            <a:avLst/>
          </a:prstGeom>
          <a:gradFill flip="none" rotWithShape="1">
            <a:gsLst>
              <a:gs pos="53000">
                <a:schemeClr val="tx1"/>
              </a:gs>
              <a:gs pos="79000">
                <a:srgbClr val="FFFFFF">
                  <a:shade val="100000"/>
                  <a:satMod val="115000"/>
                  <a:lumMod val="0"/>
                  <a:lumOff val="100000"/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7" r="18319"/>
          <a:stretch/>
        </p:blipFill>
        <p:spPr>
          <a:xfrm>
            <a:off x="0" y="4305300"/>
            <a:ext cx="7468881" cy="8382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4017170"/>
            <a:ext cx="9144000" cy="160734"/>
          </a:xfrm>
          <a:prstGeom prst="rect">
            <a:avLst/>
          </a:prstGeom>
          <a:solidFill>
            <a:schemeClr val="accent1">
              <a:alpha val="7254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4322233"/>
            <a:ext cx="7461197" cy="821267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 rot="16200000">
            <a:off x="5408849" y="1408346"/>
            <a:ext cx="846670" cy="6623637"/>
          </a:xfrm>
          <a:prstGeom prst="rect">
            <a:avLst/>
          </a:prstGeom>
          <a:gradFill flip="none" rotWithShape="1">
            <a:gsLst>
              <a:gs pos="53000">
                <a:schemeClr val="tx1"/>
              </a:gs>
              <a:gs pos="79000">
                <a:srgbClr val="FFFFFF">
                  <a:shade val="100000"/>
                  <a:satMod val="115000"/>
                  <a:lumMod val="0"/>
                  <a:lumOff val="100000"/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 flipV="1">
            <a:off x="0" y="5102014"/>
            <a:ext cx="9144000" cy="45719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0" y="4305296"/>
            <a:ext cx="9144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0" y="156104"/>
            <a:ext cx="9144000" cy="143933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1485" y="4776967"/>
            <a:ext cx="815279" cy="1792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164" y="4783013"/>
            <a:ext cx="4917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264B9F2A-B39B-41C1-B168-92787F24EAE7}" type="slidenum">
              <a:rPr lang="en-US" sz="800" b="0" i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50" b="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4370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em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555996"/>
            <a:ext cx="9144000" cy="158750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3344333"/>
            <a:ext cx="9144000" cy="179916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344333"/>
            <a:ext cx="9144000" cy="179916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84"/>
            <a:ext cx="9144000" cy="3333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144000" cy="300568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5400000">
            <a:off x="2867219" y="-2867220"/>
            <a:ext cx="302601" cy="6037041"/>
          </a:xfrm>
          <a:prstGeom prst="rect">
            <a:avLst/>
          </a:prstGeom>
          <a:gradFill flip="none" rotWithShape="1">
            <a:gsLst>
              <a:gs pos="53000">
                <a:schemeClr val="tx1"/>
              </a:gs>
              <a:gs pos="79000">
                <a:srgbClr val="FFFFFF">
                  <a:shade val="100000"/>
                  <a:satMod val="115000"/>
                  <a:lumMod val="0"/>
                  <a:lumOff val="100000"/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160867"/>
            <a:ext cx="9144000" cy="143933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7" r="18319"/>
          <a:stretch/>
        </p:blipFill>
        <p:spPr>
          <a:xfrm>
            <a:off x="0" y="4305300"/>
            <a:ext cx="7468881" cy="8382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4017170"/>
            <a:ext cx="9144000" cy="160734"/>
          </a:xfrm>
          <a:prstGeom prst="rect">
            <a:avLst/>
          </a:prstGeom>
          <a:solidFill>
            <a:schemeClr val="accent1">
              <a:alpha val="7254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0" y="4322233"/>
            <a:ext cx="7461197" cy="821267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 rot="16200000">
            <a:off x="5408849" y="1408346"/>
            <a:ext cx="846670" cy="6623637"/>
          </a:xfrm>
          <a:prstGeom prst="rect">
            <a:avLst/>
          </a:prstGeom>
          <a:gradFill flip="none" rotWithShape="1">
            <a:gsLst>
              <a:gs pos="53000">
                <a:schemeClr val="tx1"/>
              </a:gs>
              <a:gs pos="79000">
                <a:srgbClr val="FFFFFF">
                  <a:shade val="100000"/>
                  <a:satMod val="115000"/>
                  <a:lumMod val="0"/>
                  <a:lumOff val="100000"/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 flipV="1">
            <a:off x="0" y="5102014"/>
            <a:ext cx="9144000" cy="45719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>
            <a:off x="0" y="4305296"/>
            <a:ext cx="9144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1485" y="4776967"/>
            <a:ext cx="815279" cy="17926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3164" y="4783013"/>
            <a:ext cx="4917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264B9F2A-B39B-41C1-B168-92787F24EAE7}" type="slidenum">
              <a:rPr lang="en-US" sz="800" b="0" i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50" b="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1949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hem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3555996"/>
            <a:ext cx="9144000" cy="158750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3344333"/>
            <a:ext cx="9144000" cy="179916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0" y="3344333"/>
            <a:ext cx="9144000" cy="179916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88000"/>
                </a:schemeClr>
              </a:gs>
              <a:gs pos="85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7" r="18319"/>
          <a:stretch/>
        </p:blipFill>
        <p:spPr>
          <a:xfrm>
            <a:off x="0" y="4305300"/>
            <a:ext cx="7468881" cy="838200"/>
          </a:xfrm>
          <a:prstGeom prst="rect">
            <a:avLst/>
          </a:prstGeom>
        </p:spPr>
      </p:pic>
      <p:sp>
        <p:nvSpPr>
          <p:cNvPr id="34" name="Rectangle 33"/>
          <p:cNvSpPr/>
          <p:nvPr userDrawn="1"/>
        </p:nvSpPr>
        <p:spPr bwMode="ltGray">
          <a:xfrm>
            <a:off x="0" y="4017170"/>
            <a:ext cx="9144000" cy="160734"/>
          </a:xfrm>
          <a:prstGeom prst="rect">
            <a:avLst/>
          </a:prstGeom>
          <a:solidFill>
            <a:schemeClr val="accent1">
              <a:alpha val="7254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 bwMode="ltGray">
          <a:xfrm>
            <a:off x="0" y="4322233"/>
            <a:ext cx="7461197" cy="821267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 userDrawn="1"/>
        </p:nvSpPr>
        <p:spPr>
          <a:xfrm>
            <a:off x="173164" y="4783013"/>
            <a:ext cx="4917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264B9F2A-B39B-41C1-B168-92787F24EAE7}" type="slidenum">
              <a:rPr lang="en-US" sz="800" b="0" i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50" b="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84"/>
            <a:ext cx="9144000" cy="333375"/>
          </a:xfrm>
          <a:prstGeom prst="rect">
            <a:avLst/>
          </a:prstGeom>
        </p:spPr>
      </p:pic>
      <p:sp>
        <p:nvSpPr>
          <p:cNvPr id="41" name="Rectangle 40"/>
          <p:cNvSpPr/>
          <p:nvPr userDrawn="1"/>
        </p:nvSpPr>
        <p:spPr>
          <a:xfrm>
            <a:off x="0" y="0"/>
            <a:ext cx="9144000" cy="300568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35563" cy="304826"/>
          </a:xfrm>
          <a:prstGeom prst="rect">
            <a:avLst/>
          </a:prstGeom>
        </p:spPr>
      </p:pic>
      <p:sp>
        <p:nvSpPr>
          <p:cNvPr id="43" name="Rectangle 42"/>
          <p:cNvSpPr/>
          <p:nvPr userDrawn="1"/>
        </p:nvSpPr>
        <p:spPr bwMode="ltGray">
          <a:xfrm>
            <a:off x="0" y="156104"/>
            <a:ext cx="9144000" cy="143933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074" y="4296083"/>
            <a:ext cx="6626926" cy="847417"/>
          </a:xfrm>
          <a:prstGeom prst="rect">
            <a:avLst/>
          </a:prstGeom>
        </p:spPr>
      </p:pic>
      <p:sp>
        <p:nvSpPr>
          <p:cNvPr id="38" name="Rectangle 37"/>
          <p:cNvSpPr/>
          <p:nvPr userDrawn="1"/>
        </p:nvSpPr>
        <p:spPr bwMode="ltGray">
          <a:xfrm flipV="1">
            <a:off x="0" y="5102014"/>
            <a:ext cx="9144000" cy="45719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 userDrawn="1"/>
        </p:nvCxnSpPr>
        <p:spPr>
          <a:xfrm>
            <a:off x="0" y="4305296"/>
            <a:ext cx="9144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1485" y="4776967"/>
            <a:ext cx="815279" cy="17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2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6616" y="1344168"/>
            <a:ext cx="8595629" cy="32385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68973" y="464820"/>
            <a:ext cx="8617484" cy="891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</a:t>
            </a:r>
            <a:br>
              <a:rPr lang="en-US"/>
            </a:br>
            <a:r>
              <a:rPr lang="en-US"/>
              <a:t>edit Master title style</a:t>
            </a:r>
          </a:p>
        </p:txBody>
      </p:sp>
      <p:sp>
        <p:nvSpPr>
          <p:cNvPr id="19" name="Rectangle 18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84"/>
            <a:ext cx="9144000" cy="33337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0"/>
            <a:ext cx="9144000" cy="300568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5400000">
            <a:off x="2867219" y="-2867220"/>
            <a:ext cx="302601" cy="6037041"/>
          </a:xfrm>
          <a:prstGeom prst="rect">
            <a:avLst/>
          </a:prstGeom>
          <a:gradFill flip="none" rotWithShape="1">
            <a:gsLst>
              <a:gs pos="53000">
                <a:schemeClr val="tx1"/>
              </a:gs>
              <a:gs pos="79000">
                <a:srgbClr val="FFFFFF">
                  <a:shade val="100000"/>
                  <a:satMod val="115000"/>
                  <a:lumMod val="0"/>
                  <a:lumOff val="100000"/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0" y="156104"/>
            <a:ext cx="9144000" cy="143933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flipV="1">
            <a:off x="0" y="5102014"/>
            <a:ext cx="9144000" cy="45719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73164" y="4783013"/>
            <a:ext cx="4917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264B9F2A-B39B-41C1-B168-92787F24EAE7}" type="slidenum">
              <a:rPr lang="en-US" sz="800" b="0" i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50" b="0" i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1485" y="4776967"/>
            <a:ext cx="815279" cy="179269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 rot="10800000">
            <a:off x="0" y="-1"/>
            <a:ext cx="9144000" cy="376768"/>
          </a:xfrm>
          <a:prstGeom prst="rect">
            <a:avLst/>
          </a:prstGeom>
          <a:gradFill flip="none" rotWithShape="1">
            <a:gsLst>
              <a:gs pos="43000">
                <a:schemeClr val="tx1"/>
              </a:gs>
              <a:gs pos="70000">
                <a:srgbClr val="FFFFFF">
                  <a:shade val="100000"/>
                  <a:satMod val="115000"/>
                  <a:alpha val="0"/>
                  <a:lumMod val="0"/>
                  <a:lumOff val="10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84"/>
            <a:ext cx="9144000" cy="333375"/>
          </a:xfrm>
          <a:prstGeom prst="rect">
            <a:avLst/>
          </a:prstGeom>
        </p:spPr>
      </p:pic>
      <p:sp>
        <p:nvSpPr>
          <p:cNvPr id="23" name="Rectangle 22"/>
          <p:cNvSpPr/>
          <p:nvPr userDrawn="1"/>
        </p:nvSpPr>
        <p:spPr>
          <a:xfrm>
            <a:off x="0" y="0"/>
            <a:ext cx="9144000" cy="300568"/>
          </a:xfrm>
          <a:prstGeom prst="rect">
            <a:avLst/>
          </a:prstGeom>
          <a:solidFill>
            <a:schemeClr val="accent1">
              <a:alpha val="3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 userDrawn="1"/>
        </p:nvSpPr>
        <p:spPr bwMode="ltGray">
          <a:xfrm flipV="1">
            <a:off x="0" y="5102014"/>
            <a:ext cx="9144000" cy="45719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1485" y="4776967"/>
            <a:ext cx="815279" cy="17926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35563" cy="304826"/>
          </a:xfrm>
          <a:prstGeom prst="rect">
            <a:avLst/>
          </a:prstGeom>
        </p:spPr>
      </p:pic>
      <p:sp>
        <p:nvSpPr>
          <p:cNvPr id="34" name="Rectangle 33"/>
          <p:cNvSpPr/>
          <p:nvPr userDrawn="1"/>
        </p:nvSpPr>
        <p:spPr bwMode="ltGray">
          <a:xfrm>
            <a:off x="0" y="156104"/>
            <a:ext cx="9144000" cy="143933"/>
          </a:xfrm>
          <a:prstGeom prst="rect">
            <a:avLst/>
          </a:prstGeom>
          <a:solidFill>
            <a:schemeClr val="accent1"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339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655" r:id="rId9"/>
    <p:sldLayoutId id="2147483665" r:id="rId10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2800" b="1" kern="1200" baseline="0">
          <a:solidFill>
            <a:srgbClr val="3A3B3C"/>
          </a:solidFill>
          <a:effectLst>
            <a:outerShdw blurRad="31750" dist="12700" dir="2700000" algn="tl" rotWithShape="0">
              <a:srgbClr val="000000">
                <a:alpha val="20000"/>
              </a:srgbClr>
            </a:outerShdw>
          </a:effectLst>
          <a:latin typeface="Arial"/>
          <a:ea typeface="+mj-ea"/>
          <a:cs typeface="+mj-cs"/>
        </a:defRPr>
      </a:lvl1pPr>
    </p:titleStyle>
    <p:bodyStyle>
      <a:lvl1pPr marL="234950" indent="-234950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lang="en-US" sz="2000" kern="1200" dirty="0" smtClean="0">
          <a:solidFill>
            <a:schemeClr val="bg1">
              <a:lumMod val="75000"/>
              <a:lumOff val="25000"/>
            </a:schemeClr>
          </a:solidFill>
          <a:effectLst>
            <a:outerShdw blurRad="25400" dir="2700000" algn="tl" rotWithShape="0">
              <a:srgbClr val="000000">
                <a:alpha val="23000"/>
              </a:srgbClr>
            </a:outerShdw>
          </a:effectLst>
          <a:latin typeface="Arial"/>
          <a:ea typeface="+mj-ea"/>
          <a:cs typeface="Arial"/>
        </a:defRPr>
      </a:lvl1pPr>
      <a:lvl2pPr marL="628650" indent="-284163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–"/>
        <a:defRPr lang="en-US" sz="1800" kern="1200" dirty="0" smtClean="0">
          <a:solidFill>
            <a:schemeClr val="bg1">
              <a:lumMod val="75000"/>
              <a:lumOff val="25000"/>
            </a:schemeClr>
          </a:solidFill>
          <a:effectLst>
            <a:outerShdw blurRad="25400" dir="2700000" algn="tl" rotWithShape="0">
              <a:srgbClr val="000000">
                <a:alpha val="23000"/>
              </a:srgbClr>
            </a:outerShdw>
          </a:effectLst>
          <a:latin typeface="Arial"/>
          <a:ea typeface="+mj-ea"/>
          <a:cs typeface="Arial"/>
        </a:defRPr>
      </a:lvl2pPr>
      <a:lvl3pPr marL="912813" indent="-22225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lang="en-US" sz="1600" kern="1200" dirty="0" smtClean="0">
          <a:solidFill>
            <a:schemeClr val="bg1">
              <a:lumMod val="75000"/>
              <a:lumOff val="25000"/>
            </a:schemeClr>
          </a:solidFill>
          <a:effectLst>
            <a:outerShdw blurRad="25400" dir="2700000" algn="tl" rotWithShape="0">
              <a:srgbClr val="000000">
                <a:alpha val="23000"/>
              </a:srgbClr>
            </a:outerShdw>
          </a:effectLst>
          <a:latin typeface="Arial"/>
          <a:ea typeface="+mj-ea"/>
          <a:cs typeface="Arial"/>
        </a:defRPr>
      </a:lvl3pPr>
      <a:lvl4pPr marL="1195388" indent="-220663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–"/>
        <a:defRPr lang="en-US" sz="1600" kern="1200" dirty="0" smtClean="0">
          <a:solidFill>
            <a:schemeClr val="bg1">
              <a:lumMod val="75000"/>
              <a:lumOff val="25000"/>
            </a:schemeClr>
          </a:solidFill>
          <a:effectLst>
            <a:outerShdw blurRad="25400" dir="2700000" algn="tl" rotWithShape="0">
              <a:srgbClr val="000000">
                <a:alpha val="23000"/>
              </a:srgbClr>
            </a:outerShdw>
          </a:effectLst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»"/>
        <a:defRPr lang="en-US" sz="1600" kern="1200" dirty="0">
          <a:solidFill>
            <a:schemeClr val="bg1">
              <a:lumMod val="75000"/>
              <a:lumOff val="25000"/>
            </a:schemeClr>
          </a:solidFill>
          <a:effectLst>
            <a:outerShdw blurRad="25400" dir="2700000" algn="tl" rotWithShape="0">
              <a:srgbClr val="000000">
                <a:alpha val="23000"/>
              </a:srgbClr>
            </a:outerShdw>
          </a:effectLst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61020" y="237441"/>
            <a:ext cx="5961723" cy="7486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Product Quality Assurance Engineering</a:t>
            </a:r>
            <a:b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Product Line Assignments – DC</a:t>
            </a:r>
            <a:endParaRPr lang="en-US" sz="1800" b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1423" y="1242782"/>
            <a:ext cx="1638118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Data Center </a:t>
            </a:r>
            <a:r>
              <a:rPr lang="en-US" sz="12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Converged Infrastructure</a:t>
            </a:r>
            <a:endParaRPr lang="en-US" sz="1400" b="1">
              <a:solidFill>
                <a:schemeClr val="bg1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Converged Infrastructure </a:t>
            </a:r>
            <a:r>
              <a:rPr lang="en-US" sz="1100">
                <a:solidFill>
                  <a:srgbClr val="C00000"/>
                </a:solidFill>
              </a:rPr>
              <a:t>(Preconfigured DC)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Cabinets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Thermals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83704" y="1325659"/>
            <a:ext cx="2346735" cy="14157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Data Center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Fiber Assemblies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Fiber Cassettes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Fiber Patch 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Fiber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Copper QuickNet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High Speed Cables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8831" y="4213157"/>
            <a:ext cx="17884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Andrew Lytis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11031" y="4635013"/>
            <a:ext cx="127287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Aug 08, 2023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7691C8-F842-40A4-9C75-D4F734405253}"/>
              </a:ext>
            </a:extLst>
          </p:cNvPr>
          <p:cNvGrpSpPr/>
          <p:nvPr/>
        </p:nvGrpSpPr>
        <p:grpSpPr>
          <a:xfrm>
            <a:off x="1582977" y="4055531"/>
            <a:ext cx="2049666" cy="407848"/>
            <a:chOff x="4102749" y="4468522"/>
            <a:chExt cx="2049666" cy="407848"/>
          </a:xfrm>
        </p:grpSpPr>
        <p:sp>
          <p:nvSpPr>
            <p:cNvPr id="29" name="Flowchart: Connector 28"/>
            <p:cNvSpPr/>
            <p:nvPr/>
          </p:nvSpPr>
          <p:spPr>
            <a:xfrm>
              <a:off x="5980965" y="4704920"/>
              <a:ext cx="171450" cy="1714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Flowchart: Connector 31"/>
            <p:cNvSpPr/>
            <p:nvPr/>
          </p:nvSpPr>
          <p:spPr>
            <a:xfrm>
              <a:off x="4102749" y="4525360"/>
              <a:ext cx="171450" cy="171450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09215" y="4468522"/>
              <a:ext cx="12728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>
                  <a:solidFill>
                    <a:schemeClr val="bg1"/>
                  </a:solidFill>
                </a:rPr>
                <a:t>William Sharrar</a:t>
              </a:r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5966116" y="4508710"/>
              <a:ext cx="174990" cy="171109"/>
            </a:xfrm>
            <a:prstGeom prst="flowChartConnector">
              <a:avLst/>
            </a:prstGeom>
            <a:solidFill>
              <a:srgbClr val="F56F0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608831" y="4016397"/>
            <a:ext cx="1933245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Fray Villalobos Solis</a:t>
            </a:r>
          </a:p>
        </p:txBody>
      </p:sp>
      <p:sp>
        <p:nvSpPr>
          <p:cNvPr id="19" name="Rectangle: Rounded Corners 18"/>
          <p:cNvSpPr/>
          <p:nvPr/>
        </p:nvSpPr>
        <p:spPr>
          <a:xfrm>
            <a:off x="337228" y="1071332"/>
            <a:ext cx="1573062" cy="1795193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2841EC-28EA-48C2-91E3-259F09EDB769}"/>
              </a:ext>
            </a:extLst>
          </p:cNvPr>
          <p:cNvSpPr/>
          <p:nvPr/>
        </p:nvSpPr>
        <p:spPr>
          <a:xfrm>
            <a:off x="1996631" y="1263211"/>
            <a:ext cx="1839483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Data Center </a:t>
            </a:r>
            <a:r>
              <a:rPr lang="en-US" sz="12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Pathways &amp; PIA</a:t>
            </a:r>
            <a:endParaRPr lang="en-US" sz="1400" b="1">
              <a:solidFill>
                <a:schemeClr val="bg1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Pathways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Physical Infrastructure Accessories (PIA)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Hook &amp; Loop</a:t>
            </a:r>
          </a:p>
          <a:p>
            <a:pPr lvl="0"/>
            <a:endParaRPr lang="en-US" sz="1200" b="1">
              <a:solidFill>
                <a:srgbClr val="002060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ea typeface="+mj-ea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A81794-9239-4AFF-A738-1937C083E98C}"/>
              </a:ext>
            </a:extLst>
          </p:cNvPr>
          <p:cNvSpPr/>
          <p:nvPr/>
        </p:nvSpPr>
        <p:spPr>
          <a:xfrm>
            <a:off x="4015614" y="1264761"/>
            <a:ext cx="2493135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Data Center 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Intelligent Infrastructure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50"/>
                </a:solidFill>
              </a:rPr>
              <a:t>SmartZone </a:t>
            </a:r>
          </a:p>
          <a:p>
            <a:r>
              <a:rPr lang="en-US" sz="1000">
                <a:solidFill>
                  <a:srgbClr val="00B050"/>
                </a:solidFill>
              </a:rPr>
              <a:t>          (PDU, </a:t>
            </a:r>
            <a:r>
              <a:rPr lang="en-US" sz="1000" err="1">
                <a:solidFill>
                  <a:srgbClr val="00B050"/>
                </a:solidFill>
              </a:rPr>
              <a:t>iHandle</a:t>
            </a:r>
            <a:r>
              <a:rPr lang="en-US" sz="1000">
                <a:solidFill>
                  <a:srgbClr val="00B050"/>
                </a:solidFill>
              </a:rPr>
              <a:t>, sensors, &amp; accessories)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50"/>
                </a:solidFill>
              </a:rPr>
              <a:t>PVIQ </a:t>
            </a:r>
          </a:p>
          <a:p>
            <a:r>
              <a:rPr lang="en-US" sz="1200">
                <a:solidFill>
                  <a:srgbClr val="00B050"/>
                </a:solidFill>
              </a:rPr>
              <a:t>        </a:t>
            </a:r>
            <a:r>
              <a:rPr lang="en-US" sz="1050">
                <a:solidFill>
                  <a:srgbClr val="00B050"/>
                </a:solidFill>
              </a:rPr>
              <a:t>(including PVIQ Patch Cords)</a:t>
            </a:r>
            <a:endParaRPr lang="en-US" sz="1050">
              <a:solidFill>
                <a:srgbClr val="00B050"/>
              </a:solidFill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00B0F0"/>
                </a:solidFill>
              </a:rPr>
              <a:t>IrUPS</a:t>
            </a:r>
            <a:endParaRPr lang="en-US" sz="1200">
              <a:solidFill>
                <a:srgbClr val="00B0F0"/>
              </a:solidFill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F0"/>
                </a:solidFill>
                <a:cs typeface="Calibri"/>
              </a:rPr>
              <a:t>Power Distribution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CB9FBC-0E46-4861-97D5-824778550342}"/>
              </a:ext>
            </a:extLst>
          </p:cNvPr>
          <p:cNvSpPr/>
          <p:nvPr/>
        </p:nvSpPr>
        <p:spPr>
          <a:xfrm>
            <a:off x="2040593" y="1242782"/>
            <a:ext cx="1757590" cy="1795193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0783890-2C9B-40C2-91F4-CCFA9D2CFC43}"/>
              </a:ext>
            </a:extLst>
          </p:cNvPr>
          <p:cNvSpPr/>
          <p:nvPr/>
        </p:nvSpPr>
        <p:spPr>
          <a:xfrm>
            <a:off x="3981981" y="1188728"/>
            <a:ext cx="2421632" cy="1795193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B7928E7-ED15-4D14-864C-75E9FA4FD297}"/>
              </a:ext>
            </a:extLst>
          </p:cNvPr>
          <p:cNvSpPr/>
          <p:nvPr/>
        </p:nvSpPr>
        <p:spPr>
          <a:xfrm>
            <a:off x="6651137" y="1136398"/>
            <a:ext cx="2381493" cy="1796317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07DDE-141E-7171-882B-FB6A3A1EF15A}"/>
              </a:ext>
            </a:extLst>
          </p:cNvPr>
          <p:cNvSpPr txBox="1"/>
          <p:nvPr/>
        </p:nvSpPr>
        <p:spPr>
          <a:xfrm>
            <a:off x="6001987" y="4016396"/>
            <a:ext cx="1933245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Matthew Norris</a:t>
            </a:r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AE286FD-D8A7-EE01-DCBB-FFC7C0D885A4}"/>
              </a:ext>
            </a:extLst>
          </p:cNvPr>
          <p:cNvSpPr/>
          <p:nvPr/>
        </p:nvSpPr>
        <p:spPr>
          <a:xfrm>
            <a:off x="5831166" y="4105244"/>
            <a:ext cx="174990" cy="171109"/>
          </a:xfrm>
          <a:prstGeom prst="flowChartConnector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8606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DCDC657-F702-4574-B0E2-5261C4C1EAF4}"/>
              </a:ext>
            </a:extLst>
          </p:cNvPr>
          <p:cNvSpPr/>
          <p:nvPr/>
        </p:nvSpPr>
        <p:spPr>
          <a:xfrm>
            <a:off x="6978141" y="939442"/>
            <a:ext cx="1961090" cy="1144001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61020" y="237441"/>
            <a:ext cx="5961723" cy="7486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Product Quality Assurance Engineering</a:t>
            </a:r>
            <a:b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Product Line Assignments – ENT</a:t>
            </a:r>
            <a:endParaRPr lang="en-US" sz="1800" b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17800" y="1015493"/>
            <a:ext cx="1875310" cy="215443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defTabSz="508993">
              <a:tabLst>
                <a:tab pos="690563" algn="l"/>
              </a:tabLst>
            </a:pPr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Enterprise </a:t>
            </a:r>
          </a:p>
          <a:p>
            <a:pPr algn="ctr" defTabSz="508993">
              <a:tabLst>
                <a:tab pos="690563" algn="l"/>
              </a:tabLst>
            </a:pPr>
            <a:r>
              <a:rPr lang="en-US" sz="12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Industrial Networks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690563" algn="l"/>
              </a:tabLst>
              <a:defRPr/>
            </a:pPr>
            <a:r>
              <a:rPr lang="en-US" sz="1200">
                <a:solidFill>
                  <a:srgbClr val="00B0F0"/>
                </a:solidFill>
                <a:cs typeface="Calibri"/>
              </a:rPr>
              <a:t>Preconfigured IA (Integrated Zone, Preconfigured Zone, &amp;  Integrated Micro Data Centers)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B0F0"/>
                </a:solidFill>
                <a:cs typeface="Calibri"/>
              </a:rPr>
              <a:t>IndustrialNet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B0F0"/>
                </a:solidFill>
                <a:cs typeface="Calibri"/>
              </a:rPr>
              <a:t>UPS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B0F0"/>
                </a:solidFill>
                <a:cs typeface="Calibri"/>
              </a:rPr>
              <a:t>Pulse Power</a:t>
            </a:r>
          </a:p>
          <a:p>
            <a:pPr algn="ctr">
              <a:defRPr/>
            </a:pPr>
            <a:endParaRPr lang="en-US" sz="1200">
              <a:solidFill>
                <a:schemeClr val="accent6">
                  <a:lumMod val="60000"/>
                  <a:lumOff val="40000"/>
                </a:schemeClr>
              </a:solidFill>
              <a:cs typeface="Calibri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661020" y="4083929"/>
            <a:ext cx="6794992" cy="507449"/>
            <a:chOff x="2801922" y="3871193"/>
            <a:chExt cx="6950869" cy="507449"/>
          </a:xfrm>
        </p:grpSpPr>
        <p:sp>
          <p:nvSpPr>
            <p:cNvPr id="23" name="Flowchart: Connector 22"/>
            <p:cNvSpPr/>
            <p:nvPr/>
          </p:nvSpPr>
          <p:spPr>
            <a:xfrm>
              <a:off x="2801922" y="4029360"/>
              <a:ext cx="192122" cy="181875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Flowchart: Connector 24"/>
            <p:cNvSpPr/>
            <p:nvPr/>
          </p:nvSpPr>
          <p:spPr>
            <a:xfrm>
              <a:off x="2822595" y="4260847"/>
              <a:ext cx="130646" cy="117795"/>
            </a:xfrm>
            <a:prstGeom prst="flowChartConnector">
              <a:avLst/>
            </a:prstGeom>
            <a:solidFill>
              <a:srgbClr val="002060"/>
            </a:solidFill>
            <a:ln>
              <a:solidFill>
                <a:srgbClr val="0732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70438" y="3871193"/>
              <a:ext cx="1582353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AE62212-695D-40B8-A9C6-A351C47B0B52}"/>
                </a:ext>
              </a:extLst>
            </p:cNvPr>
            <p:cNvSpPr txBox="1"/>
            <p:nvPr/>
          </p:nvSpPr>
          <p:spPr>
            <a:xfrm>
              <a:off x="2962152" y="3960125"/>
              <a:ext cx="1612423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</a:rPr>
                <a:t>Scott Markovich</a:t>
              </a:r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193562" y="4675525"/>
            <a:ext cx="1272876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Aug 08, 2023</a:t>
            </a:r>
          </a:p>
        </p:txBody>
      </p:sp>
      <p:sp>
        <p:nvSpPr>
          <p:cNvPr id="36" name="Flowchart: Connector 35"/>
          <p:cNvSpPr/>
          <p:nvPr/>
        </p:nvSpPr>
        <p:spPr>
          <a:xfrm>
            <a:off x="3603693" y="4249174"/>
            <a:ext cx="174990" cy="171109"/>
          </a:xfrm>
          <a:prstGeom prst="flowChartConnector">
            <a:avLst/>
          </a:prstGeom>
          <a:solidFill>
            <a:srgbClr val="F56F0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7" name="TextBox 36"/>
          <p:cNvSpPr txBox="1"/>
          <p:nvPr/>
        </p:nvSpPr>
        <p:spPr>
          <a:xfrm>
            <a:off x="3863378" y="4170628"/>
            <a:ext cx="1933245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Fray Villalobos Solis</a:t>
            </a:r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ED35051-DFE9-4CE8-8713-C9C5F3BD9642}"/>
              </a:ext>
            </a:extLst>
          </p:cNvPr>
          <p:cNvSpPr/>
          <p:nvPr/>
        </p:nvSpPr>
        <p:spPr>
          <a:xfrm>
            <a:off x="289246" y="979314"/>
            <a:ext cx="1961090" cy="2252014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DB21C8-4D3E-4013-A0CB-98AD0C652144}"/>
              </a:ext>
            </a:extLst>
          </p:cNvPr>
          <p:cNvSpPr/>
          <p:nvPr/>
        </p:nvSpPr>
        <p:spPr>
          <a:xfrm>
            <a:off x="1781065" y="4395984"/>
            <a:ext cx="13772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 Michael Kolpak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E7CDCF-9165-4CA8-A83E-0A9DF5CCC6A7}"/>
              </a:ext>
            </a:extLst>
          </p:cNvPr>
          <p:cNvSpPr/>
          <p:nvPr/>
        </p:nvSpPr>
        <p:spPr>
          <a:xfrm>
            <a:off x="344532" y="982409"/>
            <a:ext cx="1716184" cy="21852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Enterprise</a:t>
            </a:r>
          </a:p>
          <a:p>
            <a:pPr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Connectivity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</a:rPr>
              <a:t>Copper Jacks</a:t>
            </a:r>
            <a:endParaRPr lang="en-US" sz="1200">
              <a:solidFill>
                <a:srgbClr val="7030A0"/>
              </a:solidFill>
              <a:cs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F0"/>
                </a:solidFill>
              </a:rPr>
              <a:t>Copper Plugs</a:t>
            </a:r>
            <a:endParaRPr lang="en-US" sz="1200">
              <a:solidFill>
                <a:srgbClr val="00B0F0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F0"/>
                </a:solidFill>
              </a:rPr>
              <a:t>Rapid ID</a:t>
            </a:r>
            <a:endParaRPr lang="en-US" sz="1200">
              <a:solidFill>
                <a:srgbClr val="00B0F0"/>
              </a:solidFill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/>
                </a:solidFill>
                <a:cs typeface="Calibri"/>
              </a:rPr>
              <a:t>Copper </a:t>
            </a:r>
            <a:r>
              <a:rPr lang="en-US" sz="1200" err="1">
                <a:solidFill>
                  <a:schemeClr val="accent6"/>
                </a:solidFill>
                <a:cs typeface="Calibri"/>
              </a:rPr>
              <a:t>Patchcords</a:t>
            </a:r>
            <a:endParaRPr lang="en-US" sz="1200" err="1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  <a:cs typeface="Calibri"/>
              </a:rPr>
              <a:t>Zone Cords</a:t>
            </a:r>
            <a:endParaRPr lang="en-US" sz="1200">
              <a:solidFill>
                <a:srgbClr val="F56F0B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Fiber Connectors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Fiber Termination  Tools &amp; Kits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F56F0B"/>
                </a:solidFill>
                <a:cs typeface="Calibri"/>
              </a:rPr>
              <a:t>BroadBand</a:t>
            </a:r>
            <a:endParaRPr lang="en-US" sz="1200">
              <a:solidFill>
                <a:srgbClr val="F56F0B"/>
              </a:solidFill>
              <a:cs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2404BE-5E4D-45BA-9331-C9C0E366B725}"/>
              </a:ext>
            </a:extLst>
          </p:cNvPr>
          <p:cNvSpPr/>
          <p:nvPr/>
        </p:nvSpPr>
        <p:spPr>
          <a:xfrm>
            <a:off x="2551816" y="1026408"/>
            <a:ext cx="1716184" cy="144655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Enterprise</a:t>
            </a:r>
          </a:p>
          <a:p>
            <a:pPr lvl="0"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ROAR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</a:rPr>
              <a:t>Audio Visual</a:t>
            </a:r>
            <a:endParaRPr lang="en-US" sz="1200">
              <a:solidFill>
                <a:srgbClr val="7030A0"/>
              </a:solidFill>
              <a:highlight>
                <a:srgbClr val="FF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  <a:highlight>
                  <a:srgbClr val="FFFFFF"/>
                </a:highlight>
              </a:rPr>
              <a:t>Cable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  <a:highlight>
                  <a:srgbClr val="FFFFFF"/>
                </a:highlight>
              </a:rPr>
              <a:t>Outlets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  <a:highlight>
                  <a:srgbClr val="FFFFFF"/>
                </a:highlight>
              </a:rPr>
              <a:t>Racks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  <a:highlight>
                  <a:srgbClr val="FFFFFF"/>
                </a:highlight>
              </a:rPr>
              <a:t>Surface Raceway</a:t>
            </a:r>
            <a:endParaRPr lang="en-US" sz="1200">
              <a:solidFill>
                <a:schemeClr val="accent6"/>
              </a:solidFill>
              <a:highlight>
                <a:srgbClr val="FFFFFF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B0218F-9052-41A3-AA2B-1B6842AB0893}"/>
              </a:ext>
            </a:extLst>
          </p:cNvPr>
          <p:cNvSpPr txBox="1"/>
          <p:nvPr/>
        </p:nvSpPr>
        <p:spPr>
          <a:xfrm>
            <a:off x="7108256" y="1015493"/>
            <a:ext cx="15127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2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Enterprise</a:t>
            </a:r>
          </a:p>
          <a:p>
            <a:pPr lvl="0" algn="ctr"/>
            <a:r>
              <a:rPr lang="en-US" sz="12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Cable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accent6"/>
                </a:solidFill>
              </a:rPr>
              <a:t>Copper Cable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56F0B"/>
                </a:solidFill>
              </a:rPr>
              <a:t>Fiber Cable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6FBC030-9CB8-4559-B12C-88D4A690F9A7}"/>
              </a:ext>
            </a:extLst>
          </p:cNvPr>
          <p:cNvSpPr/>
          <p:nvPr/>
        </p:nvSpPr>
        <p:spPr>
          <a:xfrm>
            <a:off x="2583433" y="982568"/>
            <a:ext cx="1716184" cy="1716601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5D7B1F9-0337-4E95-85A2-2C71918FAED4}"/>
              </a:ext>
            </a:extLst>
          </p:cNvPr>
          <p:cNvSpPr/>
          <p:nvPr/>
        </p:nvSpPr>
        <p:spPr>
          <a:xfrm>
            <a:off x="4717145" y="937641"/>
            <a:ext cx="1961090" cy="2053300"/>
          </a:xfrm>
          <a:prstGeom prst="roundRect">
            <a:avLst/>
          </a:prstGeom>
          <a:solidFill>
            <a:srgbClr val="00B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13C44-2B3D-736F-DE60-E5D1C8BA77F4}"/>
              </a:ext>
            </a:extLst>
          </p:cNvPr>
          <p:cNvSpPr txBox="1"/>
          <p:nvPr/>
        </p:nvSpPr>
        <p:spPr>
          <a:xfrm>
            <a:off x="6079378" y="4141412"/>
            <a:ext cx="1933245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Matthew Norris</a:t>
            </a:r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70A3F09-F3EA-F007-2C63-1141D55C55D8}"/>
              </a:ext>
            </a:extLst>
          </p:cNvPr>
          <p:cNvSpPr/>
          <p:nvPr/>
        </p:nvSpPr>
        <p:spPr>
          <a:xfrm>
            <a:off x="5908557" y="4230260"/>
            <a:ext cx="174990" cy="171109"/>
          </a:xfrm>
          <a:prstGeom prst="flowChartConnector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582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61020" y="237441"/>
            <a:ext cx="5961723" cy="7486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Product Quality Assurance Engineering</a:t>
            </a:r>
            <a:b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Product Line Assignments – DC/ENT Software</a:t>
            </a:r>
            <a:endParaRPr lang="en-US" sz="1800" b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 bwMode="ltGray">
          <a:xfrm>
            <a:off x="3315719" y="975829"/>
            <a:ext cx="1876108" cy="2492111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>
            <a:outerShdw blurRad="25400" dist="12700" dir="2700000" algn="tl" rotWithShape="0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508993">
              <a:tabLst>
                <a:tab pos="690563" algn="l"/>
              </a:tabLst>
            </a:pPr>
            <a:endParaRPr lang="en-US" sz="2000" b="1" kern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93926" y="959845"/>
            <a:ext cx="1839483" cy="16004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b="1">
              <a:solidFill>
                <a:srgbClr val="002060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ea typeface="+mj-ea"/>
              <a:cs typeface="Arial"/>
            </a:endParaRPr>
          </a:p>
          <a:p>
            <a:pPr algn="ctr" defTabSz="508993">
              <a:tabLst>
                <a:tab pos="690563" algn="l"/>
              </a:tabLst>
            </a:pPr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ea typeface="+mj-ea"/>
                <a:cs typeface="Arial"/>
              </a:rPr>
              <a:t>Enterprise </a:t>
            </a:r>
          </a:p>
          <a:p>
            <a:pPr algn="ctr" defTabSz="508993">
              <a:tabLst>
                <a:tab pos="690563" algn="l"/>
              </a:tabLst>
            </a:pPr>
            <a:r>
              <a:rPr lang="en-US" sz="12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ea typeface="+mj-ea"/>
                <a:cs typeface="Arial"/>
              </a:rPr>
              <a:t>Software</a:t>
            </a:r>
            <a:endParaRPr lang="en-US" sz="1400" b="1">
              <a:solidFill>
                <a:schemeClr val="bg1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ea typeface="+mj-ea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7030A0"/>
                </a:solidFill>
                <a:ea typeface="Calibri"/>
                <a:cs typeface="Calibri"/>
              </a:rPr>
              <a:t>RapidID</a:t>
            </a:r>
            <a:r>
              <a:rPr lang="en-US" sz="1200">
                <a:solidFill>
                  <a:srgbClr val="7030A0"/>
                </a:solidFill>
                <a:ea typeface="Calibri"/>
                <a:cs typeface="Calibri"/>
              </a:rPr>
              <a:t> PC Haritha, Gabriela(</a:t>
            </a:r>
            <a:r>
              <a:rPr lang="en-US" sz="1200">
                <a:solidFill>
                  <a:srgbClr val="F56F0B"/>
                </a:solidFill>
                <a:ea typeface="Calibri"/>
                <a:cs typeface="Calibri"/>
              </a:rPr>
              <a:t>also CML</a:t>
            </a:r>
            <a:r>
              <a:rPr lang="en-US" sz="1200">
                <a:solidFill>
                  <a:srgbClr val="7030A0"/>
                </a:solidFill>
                <a:ea typeface="Calibri"/>
                <a:cs typeface="Calibri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</a:rPr>
              <a:t>RapidID</a:t>
            </a:r>
            <a:endParaRPr lang="en-US" sz="1200">
              <a:solidFill>
                <a:srgbClr val="7030A0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50"/>
                </a:solidFill>
                <a:ea typeface="Calibri"/>
                <a:cs typeface="Calibri"/>
              </a:rPr>
              <a:t>FMPS (Rajesh/</a:t>
            </a:r>
            <a:r>
              <a:rPr lang="en-US" sz="1200">
                <a:solidFill>
                  <a:srgbClr val="0070C0"/>
                </a:solidFill>
                <a:ea typeface="Calibri"/>
                <a:cs typeface="Calibri"/>
              </a:rPr>
              <a:t>Rajiv</a:t>
            </a:r>
            <a:r>
              <a:rPr lang="en-US" sz="1200">
                <a:solidFill>
                  <a:srgbClr val="00B050"/>
                </a:solidFill>
                <a:ea typeface="Calibri"/>
                <a:cs typeface="Calibri"/>
              </a:rPr>
              <a:t>)</a:t>
            </a:r>
            <a:endParaRPr lang="en-US" sz="1200">
              <a:solidFill>
                <a:srgbClr val="7030A0"/>
              </a:solidFill>
              <a:ea typeface="Calibri"/>
              <a:cs typeface="Calibri"/>
            </a:endParaRPr>
          </a:p>
          <a:p>
            <a:endParaRPr lang="en-US" sz="12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83237" y="3837301"/>
            <a:ext cx="143986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Rajesh Kompulira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55389" y="4866501"/>
            <a:ext cx="1272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February 7, 2022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7691C8-F842-40A4-9C75-D4F734405253}"/>
              </a:ext>
            </a:extLst>
          </p:cNvPr>
          <p:cNvGrpSpPr/>
          <p:nvPr/>
        </p:nvGrpSpPr>
        <p:grpSpPr>
          <a:xfrm>
            <a:off x="1692577" y="3819123"/>
            <a:ext cx="1903542" cy="300082"/>
            <a:chOff x="4102749" y="4442866"/>
            <a:chExt cx="1903542" cy="300082"/>
          </a:xfrm>
        </p:grpSpPr>
        <p:sp>
          <p:nvSpPr>
            <p:cNvPr id="29" name="Flowchart: Connector 28"/>
            <p:cNvSpPr/>
            <p:nvPr/>
          </p:nvSpPr>
          <p:spPr>
            <a:xfrm>
              <a:off x="5834841" y="4532634"/>
              <a:ext cx="171450" cy="17145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Flowchart: Connector 31"/>
            <p:cNvSpPr/>
            <p:nvPr/>
          </p:nvSpPr>
          <p:spPr>
            <a:xfrm>
              <a:off x="4102749" y="4525360"/>
              <a:ext cx="171450" cy="171450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99591" y="4442866"/>
              <a:ext cx="1272876" cy="3000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350">
                  <a:solidFill>
                    <a:schemeClr val="bg1"/>
                  </a:solidFill>
                  <a:ea typeface="Calibri"/>
                  <a:cs typeface="Calibri"/>
                </a:rPr>
                <a:t>Dante Santiago</a:t>
              </a:r>
            </a:p>
          </p:txBody>
        </p:sp>
      </p:grpSp>
      <p:sp>
        <p:nvSpPr>
          <p:cNvPr id="44" name="Rectangle: Rounded Corners 43"/>
          <p:cNvSpPr/>
          <p:nvPr/>
        </p:nvSpPr>
        <p:spPr>
          <a:xfrm>
            <a:off x="4894461" y="1152987"/>
            <a:ext cx="1835586" cy="1264154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2FD498-9410-474E-B277-3173F542C13C}"/>
              </a:ext>
            </a:extLst>
          </p:cNvPr>
          <p:cNvSpPr/>
          <p:nvPr/>
        </p:nvSpPr>
        <p:spPr>
          <a:xfrm>
            <a:off x="1775350" y="1152477"/>
            <a:ext cx="2705270" cy="2393423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D8E0F7-074B-4FC5-9870-362BD5584C3B}"/>
              </a:ext>
            </a:extLst>
          </p:cNvPr>
          <p:cNvSpPr/>
          <p:nvPr/>
        </p:nvSpPr>
        <p:spPr>
          <a:xfrm>
            <a:off x="1808870" y="1153670"/>
            <a:ext cx="2761428" cy="25237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Data Center </a:t>
            </a:r>
          </a:p>
          <a:p>
            <a:pPr algn="ctr" defTabSz="508993">
              <a:tabLst>
                <a:tab pos="690563" algn="l"/>
              </a:tabLst>
            </a:pPr>
            <a:r>
              <a:rPr lang="en-US" sz="12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ea typeface="+mj-ea"/>
                <a:cs typeface="Arial"/>
              </a:rPr>
              <a:t>Software/Firmware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G5/G6 PDU (</a:t>
            </a:r>
            <a:r>
              <a:rPr lang="en-US" sz="1200" dirty="0">
                <a:solidFill>
                  <a:schemeClr val="bg1"/>
                </a:solidFill>
              </a:rPr>
              <a:t>all team members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  <a:endParaRPr lang="en-US" sz="1200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</a:rPr>
              <a:t>MPower/GUT(obsolete Rajesh)</a:t>
            </a:r>
            <a:endParaRPr lang="en-US" sz="1200" dirty="0">
              <a:solidFill>
                <a:srgbClr val="00B050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  <a:ea typeface="Calibri"/>
                <a:cs typeface="Calibri"/>
              </a:rPr>
              <a:t>Sunrise (Rajesh/Dante/</a:t>
            </a:r>
            <a:r>
              <a:rPr lang="en-US" sz="1200" dirty="0" err="1">
                <a:solidFill>
                  <a:srgbClr val="00B050"/>
                </a:solidFill>
                <a:ea typeface="Calibri"/>
                <a:cs typeface="Calibri"/>
              </a:rPr>
              <a:t>Luuis,</a:t>
            </a:r>
            <a:r>
              <a:rPr lang="en-US" sz="1200" dirty="0" err="1">
                <a:solidFill>
                  <a:schemeClr val="bg1"/>
                </a:solidFill>
                <a:ea typeface="Calibri"/>
                <a:cs typeface="Calibri"/>
              </a:rPr>
              <a:t>Team</a:t>
            </a:r>
            <a:r>
              <a:rPr lang="en-US" sz="1200" dirty="0">
                <a:solidFill>
                  <a:srgbClr val="00B050"/>
                </a:solidFill>
                <a:ea typeface="Calibri"/>
                <a:cs typeface="Calibri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F56F0B"/>
                </a:solidFill>
                <a:ea typeface="Calibri"/>
                <a:cs typeface="Calibri"/>
              </a:rPr>
              <a:t>SiteCommand</a:t>
            </a:r>
            <a:r>
              <a:rPr lang="en-US" sz="1200" dirty="0">
                <a:solidFill>
                  <a:srgbClr val="F56F0B"/>
                </a:solidFill>
                <a:ea typeface="Calibri"/>
                <a:cs typeface="Calibri"/>
              </a:rPr>
              <a:t> (CML team, Gabriel)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IrUPS</a:t>
            </a:r>
            <a:r>
              <a:rPr lang="en-US" sz="12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 (Luis, </a:t>
            </a:r>
            <a:r>
              <a:rPr lang="en-US" sz="1200" dirty="0">
                <a:solidFill>
                  <a:srgbClr val="0070C0"/>
                </a:solidFill>
                <a:ea typeface="Calibri"/>
                <a:cs typeface="Calibri"/>
              </a:rPr>
              <a:t>Rajiv,</a:t>
            </a:r>
            <a:r>
              <a:rPr lang="en-US" sz="1200" dirty="0">
                <a:solidFill>
                  <a:schemeClr val="accent5">
                    <a:lumMod val="76000"/>
                  </a:schemeClr>
                </a:solidFill>
                <a:ea typeface="Calibri"/>
                <a:cs typeface="Calibri"/>
              </a:rPr>
              <a:t> </a:t>
            </a:r>
            <a:r>
              <a:rPr lang="en-US" sz="1200" dirty="0">
                <a:solidFill>
                  <a:srgbClr val="C00000"/>
                </a:solidFill>
                <a:ea typeface="Calibri"/>
                <a:cs typeface="Calibri"/>
              </a:rPr>
              <a:t>Dante, Rajesh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  <a:ea typeface="Calibri"/>
                <a:cs typeface="Calibri"/>
              </a:rPr>
              <a:t>Verizon(CML)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  <a:ea typeface="Calibri"/>
                <a:cs typeface="Calibri"/>
              </a:rPr>
              <a:t>Panduit Monitoring (CML)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SmartZone/SmartZone Cloud(</a:t>
            </a:r>
            <a:r>
              <a:rPr lang="en-US" sz="1200" err="1">
                <a:solidFill>
                  <a:srgbClr val="F56F0B"/>
                </a:solidFill>
              </a:rPr>
              <a:t>CML,</a:t>
            </a:r>
            <a:r>
              <a:rPr lang="en-US" sz="1200" err="1">
                <a:solidFill>
                  <a:srgbClr val="7030A0"/>
                </a:solidFill>
              </a:rPr>
              <a:t>Haritha</a:t>
            </a:r>
            <a:r>
              <a:rPr lang="en-US" sz="1200" dirty="0">
                <a:solidFill>
                  <a:srgbClr val="F56F0B"/>
                </a:solidFill>
              </a:rPr>
              <a:t>)</a:t>
            </a:r>
            <a:endParaRPr lang="en-US" sz="1200" dirty="0">
              <a:solidFill>
                <a:srgbClr val="F56F0B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56F0B"/>
              </a:solidFill>
              <a:ea typeface="Calibri"/>
              <a:cs typeface="Calibri"/>
            </a:endParaRPr>
          </a:p>
          <a:p>
            <a:endParaRPr lang="en-US" sz="1200">
              <a:solidFill>
                <a:schemeClr val="accent6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FC340E-7F74-458F-B398-E4D37FD749FF}"/>
              </a:ext>
            </a:extLst>
          </p:cNvPr>
          <p:cNvSpPr txBox="1"/>
          <p:nvPr/>
        </p:nvSpPr>
        <p:spPr>
          <a:xfrm>
            <a:off x="5655145" y="3818299"/>
            <a:ext cx="1937736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l-PL" sz="1350" err="1">
                <a:solidFill>
                  <a:schemeClr val="bg1"/>
                </a:solidFill>
              </a:rPr>
              <a:t>Haritha</a:t>
            </a:r>
            <a:r>
              <a:rPr lang="pl-PL" sz="1350">
                <a:solidFill>
                  <a:schemeClr val="bg1"/>
                </a:solidFill>
              </a:rPr>
              <a:t> </a:t>
            </a:r>
            <a:r>
              <a:rPr lang="pl-PL" sz="1350" err="1">
                <a:solidFill>
                  <a:schemeClr val="bg1"/>
                </a:solidFill>
              </a:rPr>
              <a:t>Yarlagadda</a:t>
            </a:r>
            <a:endParaRPr lang="en-US" sz="1350" err="1">
              <a:solidFill>
                <a:schemeClr val="bg1"/>
              </a:solidFill>
            </a:endParaRP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76C90123-4D37-483D-8158-F1E7DED8DCE4}"/>
              </a:ext>
            </a:extLst>
          </p:cNvPr>
          <p:cNvSpPr/>
          <p:nvPr/>
        </p:nvSpPr>
        <p:spPr>
          <a:xfrm>
            <a:off x="5483208" y="3901617"/>
            <a:ext cx="171450" cy="171450"/>
          </a:xfrm>
          <a:prstGeom prst="flowChartConnector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5145C-9480-E61A-15A3-47BCA1FD4573}"/>
              </a:ext>
            </a:extLst>
          </p:cNvPr>
          <p:cNvSpPr txBox="1"/>
          <p:nvPr/>
        </p:nvSpPr>
        <p:spPr>
          <a:xfrm>
            <a:off x="1866338" y="4125707"/>
            <a:ext cx="1272876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  <a:ea typeface="Calibri"/>
                <a:cs typeface="Calibri"/>
              </a:rPr>
              <a:t>CM Latitude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6A2AE6-D653-5E5C-AF5B-3E3FD3C839CB}"/>
              </a:ext>
            </a:extLst>
          </p:cNvPr>
          <p:cNvSpPr txBox="1"/>
          <p:nvPr/>
        </p:nvSpPr>
        <p:spPr>
          <a:xfrm>
            <a:off x="3613187" y="4125707"/>
            <a:ext cx="1272876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  <a:ea typeface="Calibri"/>
                <a:cs typeface="Calibri"/>
              </a:rPr>
              <a:t>Rajiv </a:t>
            </a:r>
            <a:r>
              <a:rPr lang="en-US" sz="1350" err="1">
                <a:solidFill>
                  <a:schemeClr val="bg1"/>
                </a:solidFill>
                <a:ea typeface="Calibri"/>
                <a:cs typeface="Calibri"/>
              </a:rPr>
              <a:t>Prodhan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30BA0-8CD9-C297-EC73-0E1AF5488657}"/>
              </a:ext>
            </a:extLst>
          </p:cNvPr>
          <p:cNvSpPr txBox="1"/>
          <p:nvPr/>
        </p:nvSpPr>
        <p:spPr>
          <a:xfrm>
            <a:off x="5640394" y="4125707"/>
            <a:ext cx="1272876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  <a:ea typeface="Calibri"/>
                <a:cs typeface="Calibri"/>
              </a:rPr>
              <a:t>Luis Elizalde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3636651-C214-36F9-F4E9-6D5C57D0C9DA}"/>
              </a:ext>
            </a:extLst>
          </p:cNvPr>
          <p:cNvSpPr/>
          <p:nvPr/>
        </p:nvSpPr>
        <p:spPr>
          <a:xfrm>
            <a:off x="1690041" y="4193909"/>
            <a:ext cx="171450" cy="171450"/>
          </a:xfrm>
          <a:prstGeom prst="flowChartConnector">
            <a:avLst/>
          </a:prstGeom>
          <a:solidFill>
            <a:srgbClr val="F56F0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65CCE007-9922-F9CB-5C79-6E76EF643B03}"/>
              </a:ext>
            </a:extLst>
          </p:cNvPr>
          <p:cNvSpPr/>
          <p:nvPr/>
        </p:nvSpPr>
        <p:spPr>
          <a:xfrm>
            <a:off x="3429563" y="4193909"/>
            <a:ext cx="171450" cy="171450"/>
          </a:xfrm>
          <a:prstGeom prst="flowChartConnector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5DF355C0-A1C0-6291-5BE4-5DF786CA8A31}"/>
              </a:ext>
            </a:extLst>
          </p:cNvPr>
          <p:cNvSpPr/>
          <p:nvPr/>
        </p:nvSpPr>
        <p:spPr>
          <a:xfrm>
            <a:off x="5485663" y="4193909"/>
            <a:ext cx="171450" cy="171450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D75DF-4CF6-9EAF-DCEB-C7F76AEAC13A}"/>
              </a:ext>
            </a:extLst>
          </p:cNvPr>
          <p:cNvSpPr txBox="1"/>
          <p:nvPr/>
        </p:nvSpPr>
        <p:spPr>
          <a:xfrm>
            <a:off x="1873468" y="4412374"/>
            <a:ext cx="17118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Gabriel Gardas 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B78E81-7287-5A62-A3D2-A0F2E5F4D617}"/>
              </a:ext>
            </a:extLst>
          </p:cNvPr>
          <p:cNvSpPr txBox="1"/>
          <p:nvPr/>
        </p:nvSpPr>
        <p:spPr>
          <a:xfrm>
            <a:off x="5657192" y="4412374"/>
            <a:ext cx="17118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Arif Zaman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151E4-0220-E6C4-BC73-D8401D7443E4}"/>
              </a:ext>
            </a:extLst>
          </p:cNvPr>
          <p:cNvSpPr txBox="1"/>
          <p:nvPr/>
        </p:nvSpPr>
        <p:spPr>
          <a:xfrm>
            <a:off x="3607674" y="4418943"/>
            <a:ext cx="17118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Gabriela  </a:t>
            </a:r>
            <a:r>
              <a:rPr lang="en-US" sz="1200" err="1">
                <a:solidFill>
                  <a:schemeClr val="bg1"/>
                </a:solidFill>
              </a:rPr>
              <a:t>Gherta</a:t>
            </a:r>
            <a:endParaRPr lang="en-US" sz="1200" err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7B54174-63A1-E35E-590B-1237FEDB9972}"/>
              </a:ext>
            </a:extLst>
          </p:cNvPr>
          <p:cNvSpPr/>
          <p:nvPr/>
        </p:nvSpPr>
        <p:spPr>
          <a:xfrm>
            <a:off x="1691776" y="4468567"/>
            <a:ext cx="171450" cy="171450"/>
          </a:xfrm>
          <a:prstGeom prst="flowChartConnector">
            <a:avLst/>
          </a:prstGeom>
          <a:solidFill>
            <a:srgbClr val="FFC30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6FC6AED-559F-DC72-3A92-1C8BA391EF58}"/>
              </a:ext>
            </a:extLst>
          </p:cNvPr>
          <p:cNvSpPr/>
          <p:nvPr/>
        </p:nvSpPr>
        <p:spPr>
          <a:xfrm>
            <a:off x="3433866" y="4463312"/>
            <a:ext cx="171450" cy="171450"/>
          </a:xfrm>
          <a:prstGeom prst="flowChartConnector">
            <a:avLst/>
          </a:prstGeom>
          <a:solidFill>
            <a:srgbClr val="F53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907E2722-FDC9-7798-0C10-2BF623273F15}"/>
              </a:ext>
            </a:extLst>
          </p:cNvPr>
          <p:cNvSpPr/>
          <p:nvPr/>
        </p:nvSpPr>
        <p:spPr>
          <a:xfrm>
            <a:off x="5484697" y="4471194"/>
            <a:ext cx="171450" cy="171450"/>
          </a:xfrm>
          <a:prstGeom prst="flowChartConnector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3529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61020" y="237441"/>
            <a:ext cx="5961723" cy="7486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Product Quality Assurance Engineering</a:t>
            </a:r>
            <a:b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Product Line Assignments - IEI</a:t>
            </a:r>
            <a:endParaRPr lang="en-US" sz="1800" b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3315719" y="975830"/>
            <a:ext cx="5329517" cy="2492111"/>
            <a:chOff x="6522028" y="1323882"/>
            <a:chExt cx="5187799" cy="2832172"/>
          </a:xfrm>
          <a:noFill/>
        </p:grpSpPr>
        <p:sp>
          <p:nvSpPr>
            <p:cNvPr id="14" name="Rectangle 13"/>
            <p:cNvSpPr/>
            <p:nvPr/>
          </p:nvSpPr>
          <p:spPr bwMode="ltGray">
            <a:xfrm>
              <a:off x="6522028" y="1323882"/>
              <a:ext cx="1826220" cy="2832172"/>
            </a:xfrm>
            <a:prstGeom prst="rect">
              <a:avLst/>
            </a:prstGeom>
            <a:grpFill/>
            <a:ln w="19050">
              <a:noFill/>
              <a:headEnd type="none" w="med" len="med"/>
              <a:tailEnd type="none" w="med" len="med"/>
            </a:ln>
            <a:effectLst>
              <a:outerShdw blurRad="25400" dist="12700" dir="2700000" algn="tl" rotWithShape="0">
                <a:srgbClr val="000000">
                  <a:alpha val="2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txBody>
            <a:bodyPr vert="horz" wrap="square" lIns="82124" tIns="41061" rIns="82124" bIns="41061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defTabSz="508993">
                <a:tabLst>
                  <a:tab pos="690563" algn="l"/>
                </a:tabLst>
              </a:pPr>
              <a:endParaRPr lang="en-US" sz="2000" b="1" kern="0">
                <a:solidFill>
                  <a:srgbClr val="666666"/>
                </a:solidFill>
                <a:latin typeface="Arial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758116" y="1895448"/>
              <a:ext cx="1951711" cy="1238887"/>
            </a:xfrm>
            <a:prstGeom prst="rect">
              <a:avLst/>
            </a:prstGeom>
            <a:grpFill/>
            <a:ln w="12700" cmpd="sng">
              <a:gradFill flip="none" rotWithShape="1">
                <a:gsLst>
                  <a:gs pos="0">
                    <a:schemeClr val="tx1">
                      <a:alpha val="0"/>
                    </a:schemeClr>
                  </a:gs>
                  <a:gs pos="100000">
                    <a:srgbClr val="FFFFFF">
                      <a:alpha val="0"/>
                    </a:srgbClr>
                  </a:gs>
                  <a:gs pos="50000">
                    <a:schemeClr val="accent1">
                      <a:lumMod val="75000"/>
                    </a:schemeClr>
                  </a:gs>
                </a:gsLst>
                <a:lin ang="0" scaled="0"/>
                <a:tileRect/>
              </a:gradFill>
              <a:headEnd type="none" w="med" len="med"/>
              <a:tailEnd type="none" w="med" len="med"/>
            </a:ln>
            <a:effectLst>
              <a:outerShdw blurRad="19050" dist="12700" dir="2700000" algn="tl" rotWithShape="0">
                <a:prstClr val="black">
                  <a:alpha val="25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txBody>
            <a:bodyPr vert="horz" wrap="square" lIns="82124" tIns="41061" rIns="82124" bIns="41061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defTabSz="508993">
                <a:tabLst>
                  <a:tab pos="690563" algn="l"/>
                </a:tabLst>
              </a:pPr>
              <a:endPara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ea typeface="+mj-ea"/>
                <a:cs typeface="Arial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566781" y="1089985"/>
            <a:ext cx="1875310" cy="141577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Bundle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Cable Accessories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50"/>
                </a:solidFill>
                <a:highlight>
                  <a:srgbClr val="FFFFFF"/>
                </a:highlight>
              </a:rPr>
              <a:t>Loose Piece Cable 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50"/>
                </a:solidFill>
                <a:highlight>
                  <a:srgbClr val="FFFFFF"/>
                </a:highlight>
              </a:rPr>
              <a:t>XMR Cable 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B050"/>
                </a:solidFill>
                <a:highlight>
                  <a:srgbClr val="FFFFFF"/>
                </a:highlight>
              </a:rPr>
              <a:t>Barb 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  <a:highlight>
                  <a:srgbClr val="FFFFFF"/>
                </a:highlight>
              </a:rPr>
              <a:t>Cable Tie Tools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00"/>
                </a:solidFill>
                <a:highlight>
                  <a:srgbClr val="FFFFFF"/>
                </a:highlight>
              </a:rPr>
              <a:t>Stronghold</a:t>
            </a:r>
            <a:endParaRPr lang="en-US" sz="1200">
              <a:solidFill>
                <a:srgbClr val="FFFF00"/>
              </a:solidFill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54734" y="1107279"/>
            <a:ext cx="260131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Connect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EEB500"/>
                </a:solidFill>
              </a:rPr>
              <a:t>Terminals</a:t>
            </a:r>
            <a:endParaRPr lang="en-US" sz="1100">
              <a:solidFill>
                <a:srgbClr val="EEB500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EEB500"/>
                </a:solidFill>
              </a:rPr>
              <a:t>Power Connectors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EEB500"/>
                </a:solidFill>
              </a:rPr>
              <a:t>Grounding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EEB500"/>
                </a:solidFill>
              </a:rPr>
              <a:t>Reel Smart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</a:rPr>
              <a:t>Stainless Steel Ties and Strapping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</a:rPr>
              <a:t>Cable Cleats &amp; Accessories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7030A0"/>
                </a:solidFill>
              </a:rPr>
              <a:t>SS Tools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56F0B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b="1">
              <a:solidFill>
                <a:srgbClr val="002060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ea typeface="+mj-ea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13795" y="1121701"/>
            <a:ext cx="216342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and Identify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176AA9"/>
                </a:solidFill>
              </a:rPr>
              <a:t>Wiring 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Abrasion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Computer </a:t>
            </a:r>
            <a:r>
              <a:rPr lang="en-US" sz="1200" err="1">
                <a:solidFill>
                  <a:srgbClr val="C00000"/>
                </a:solidFill>
              </a:rPr>
              <a:t>Printables</a:t>
            </a:r>
            <a:endParaRPr lang="en-US" sz="120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Labeling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Safety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C00000"/>
                </a:solidFill>
              </a:rPr>
              <a:t>Safety PTD </a:t>
            </a:r>
          </a:p>
          <a:p>
            <a:r>
              <a:rPr lang="en-US" sz="1200">
                <a:solidFill>
                  <a:srgbClr val="F56F0B"/>
                </a:solidFill>
              </a:rPr>
              <a:t> </a:t>
            </a:r>
          </a:p>
          <a:p>
            <a:endParaRPr lang="en-US" sz="1200">
              <a:solidFill>
                <a:srgbClr val="F56F0B"/>
              </a:solidFill>
            </a:endParaRPr>
          </a:p>
          <a:p>
            <a:pPr algn="ctr"/>
            <a:endParaRPr lang="en-US" sz="120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586203" y="4149643"/>
            <a:ext cx="7072577" cy="596933"/>
            <a:chOff x="2801922" y="3871193"/>
            <a:chExt cx="6950869" cy="605097"/>
          </a:xfrm>
        </p:grpSpPr>
        <p:sp>
          <p:nvSpPr>
            <p:cNvPr id="23" name="Flowchart: Connector 22"/>
            <p:cNvSpPr/>
            <p:nvPr/>
          </p:nvSpPr>
          <p:spPr>
            <a:xfrm>
              <a:off x="2801922" y="4029360"/>
              <a:ext cx="192122" cy="181875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Flowchart: Connector 24"/>
            <p:cNvSpPr/>
            <p:nvPr/>
          </p:nvSpPr>
          <p:spPr>
            <a:xfrm>
              <a:off x="2822595" y="4260847"/>
              <a:ext cx="130646" cy="117795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732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70438" y="3871193"/>
              <a:ext cx="1582353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AE62212-695D-40B8-A9C6-A351C47B0B52}"/>
                </a:ext>
              </a:extLst>
            </p:cNvPr>
            <p:cNvSpPr txBox="1"/>
            <p:nvPr/>
          </p:nvSpPr>
          <p:spPr>
            <a:xfrm>
              <a:off x="2962151" y="3953070"/>
              <a:ext cx="1387862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</a:rPr>
                <a:t>Kyle </a:t>
              </a:r>
              <a:r>
                <a:rPr lang="en-US" sz="1400" err="1">
                  <a:solidFill>
                    <a:schemeClr val="bg1"/>
                  </a:solidFill>
                </a:rPr>
                <a:t>Wicherek</a:t>
              </a:r>
            </a:p>
            <a:p>
              <a:r>
                <a:rPr lang="en-US" sz="1400">
                  <a:solidFill>
                    <a:schemeClr val="bg1"/>
                  </a:solidFill>
                </a:rPr>
                <a:t>Jason Lienhardt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693345" y="4500077"/>
            <a:ext cx="1788458" cy="3000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Julie Furbee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47775" y="4800159"/>
            <a:ext cx="138821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chemeClr val="bg1"/>
                </a:solidFill>
              </a:rPr>
              <a:t>July 03, 2024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7691C8-F842-40A4-9C75-D4F734405253}"/>
              </a:ext>
            </a:extLst>
          </p:cNvPr>
          <p:cNvGrpSpPr/>
          <p:nvPr/>
        </p:nvGrpSpPr>
        <p:grpSpPr>
          <a:xfrm>
            <a:off x="3568607" y="4272770"/>
            <a:ext cx="2038357" cy="435187"/>
            <a:chOff x="4102749" y="4444223"/>
            <a:chExt cx="2038357" cy="435187"/>
          </a:xfrm>
        </p:grpSpPr>
        <p:sp>
          <p:nvSpPr>
            <p:cNvPr id="30" name="Flowchart: Connector 29"/>
            <p:cNvSpPr/>
            <p:nvPr/>
          </p:nvSpPr>
          <p:spPr>
            <a:xfrm rot="21428156">
              <a:off x="4125665" y="4763733"/>
              <a:ext cx="126204" cy="115677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Flowchart: Connector 31"/>
            <p:cNvSpPr/>
            <p:nvPr/>
          </p:nvSpPr>
          <p:spPr>
            <a:xfrm>
              <a:off x="4102749" y="4525360"/>
              <a:ext cx="171450" cy="171450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25527" y="4444223"/>
              <a:ext cx="1272876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>
                  <a:solidFill>
                    <a:schemeClr val="bg1"/>
                  </a:solidFill>
                </a:rPr>
                <a:t>Derek Greenert</a:t>
              </a:r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5966116" y="4508710"/>
              <a:ext cx="174990" cy="171109"/>
            </a:xfrm>
            <a:prstGeom prst="flowChartConnector">
              <a:avLst/>
            </a:prstGeom>
            <a:solidFill>
              <a:srgbClr val="F56F0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605927" y="4274193"/>
            <a:ext cx="3449425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Rachel Ditmars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350">
                <a:solidFill>
                  <a:schemeClr val="bg1"/>
                </a:solidFill>
              </a:rPr>
              <a:t>Various</a:t>
            </a:r>
            <a:r>
              <a:rPr lang="en-US" sz="1350">
                <a:solidFill>
                  <a:schemeClr val="bg1"/>
                </a:solidFill>
                <a:cs typeface="Calibri"/>
              </a:rPr>
              <a:t> / Stronghold </a:t>
            </a:r>
            <a:endParaRPr lang="en-US" sz="13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3181583" y="1094425"/>
            <a:ext cx="2508784" cy="1720123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2FD498-9410-474E-B277-3173F542C13C}"/>
              </a:ext>
            </a:extLst>
          </p:cNvPr>
          <p:cNvSpPr/>
          <p:nvPr/>
        </p:nvSpPr>
        <p:spPr>
          <a:xfrm>
            <a:off x="576209" y="974238"/>
            <a:ext cx="1863720" cy="1778870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F8B12DD-D2E9-4419-9B3A-FCE4685196B3}"/>
              </a:ext>
            </a:extLst>
          </p:cNvPr>
          <p:cNvSpPr/>
          <p:nvPr/>
        </p:nvSpPr>
        <p:spPr>
          <a:xfrm>
            <a:off x="6309607" y="1089985"/>
            <a:ext cx="2158290" cy="1729004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F55AF257-F953-E411-1F9D-85715852DFE4}"/>
              </a:ext>
            </a:extLst>
          </p:cNvPr>
          <p:cNvSpPr/>
          <p:nvPr/>
        </p:nvSpPr>
        <p:spPr>
          <a:xfrm>
            <a:off x="5425222" y="4583701"/>
            <a:ext cx="174990" cy="171109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902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C90F336-205E-49FA-B037-B156EA6A448F}"/>
              </a:ext>
            </a:extLst>
          </p:cNvPr>
          <p:cNvSpPr/>
          <p:nvPr/>
        </p:nvSpPr>
        <p:spPr>
          <a:xfrm>
            <a:off x="6968417" y="884906"/>
            <a:ext cx="1910970" cy="1749905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8E8E65E-4497-41D1-AFE1-ACE2A1C11A22}"/>
              </a:ext>
            </a:extLst>
          </p:cNvPr>
          <p:cNvSpPr/>
          <p:nvPr/>
        </p:nvSpPr>
        <p:spPr>
          <a:xfrm>
            <a:off x="4853919" y="3090004"/>
            <a:ext cx="1910970" cy="1164304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2660091-3F1C-4077-BD56-7B6235E69C80}"/>
              </a:ext>
            </a:extLst>
          </p:cNvPr>
          <p:cNvSpPr/>
          <p:nvPr/>
        </p:nvSpPr>
        <p:spPr>
          <a:xfrm>
            <a:off x="4856428" y="1918968"/>
            <a:ext cx="1910970" cy="1076141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6167A3D-1190-4564-8503-ABF2C4495424}"/>
              </a:ext>
            </a:extLst>
          </p:cNvPr>
          <p:cNvSpPr/>
          <p:nvPr/>
        </p:nvSpPr>
        <p:spPr>
          <a:xfrm>
            <a:off x="4856428" y="879082"/>
            <a:ext cx="1910970" cy="980724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D49EA7A-DA6F-4926-9DC6-AFC7F834CF34}"/>
              </a:ext>
            </a:extLst>
          </p:cNvPr>
          <p:cNvSpPr/>
          <p:nvPr/>
        </p:nvSpPr>
        <p:spPr>
          <a:xfrm>
            <a:off x="2673453" y="895882"/>
            <a:ext cx="1910970" cy="1707547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51F85FA-D26C-4A09-92BB-BF09D79F63C3}"/>
              </a:ext>
            </a:extLst>
          </p:cNvPr>
          <p:cNvSpPr/>
          <p:nvPr/>
        </p:nvSpPr>
        <p:spPr>
          <a:xfrm>
            <a:off x="340607" y="891647"/>
            <a:ext cx="2055329" cy="3389046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28CEB2E-3638-4FD5-B18F-78B6B83C6E28}"/>
              </a:ext>
            </a:extLst>
          </p:cNvPr>
          <p:cNvSpPr>
            <a:spLocks/>
          </p:cNvSpPr>
          <p:nvPr/>
        </p:nvSpPr>
        <p:spPr>
          <a:xfrm>
            <a:off x="7004160" y="2802705"/>
            <a:ext cx="1838238" cy="1046440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61020" y="237441"/>
            <a:ext cx="5961723" cy="7486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Product Quality Assurance Engineering</a:t>
            </a:r>
            <a:b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1400" b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Product Line Assignments – Atlona</a:t>
            </a:r>
            <a:endParaRPr lang="en-US" sz="1800" b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 bwMode="ltGray">
          <a:xfrm>
            <a:off x="3315719" y="975829"/>
            <a:ext cx="1876108" cy="2492111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>
            <a:outerShdw blurRad="25400" dist="12700" dir="2700000" algn="tl" rotWithShape="0">
              <a:srgbClr val="000000">
                <a:alpha val="2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noAutofit/>
          </a:bodyPr>
          <a:lstStyle/>
          <a:p>
            <a:pPr defTabSz="508993">
              <a:tabLst>
                <a:tab pos="690563" algn="l"/>
              </a:tabLst>
            </a:pPr>
            <a:endParaRPr lang="en-US" sz="2000" b="1" kern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3984" y="967052"/>
            <a:ext cx="196809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Commercial AV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OME-EX series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HDR-CAT series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HDR-SW series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</a:rPr>
              <a:t>OME-MH21/-CP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OME-MS42/-HDBT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OME-PS62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OME-RX11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OME-SR21/RX21/RX31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OME-ST31/A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OME-SW32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OME-SW21-TX-WPC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OME-TX21-WP-E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USB-EX100-KIT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59647" y="975578"/>
            <a:ext cx="1839483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Residential AV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UHD extenders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AVA extenders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HDR extenders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HDR-H2H-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UHD-PRO3-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OPUS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JUNO-451/-HDBT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C00000"/>
              </a:solidFill>
            </a:endParaRPr>
          </a:p>
          <a:p>
            <a:pPr lvl="0"/>
            <a:endParaRPr lang="en-US" sz="1200" b="1" dirty="0">
              <a:solidFill>
                <a:srgbClr val="002060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ea typeface="+mj-ea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67088" y="2839027"/>
            <a:ext cx="1875310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08993">
              <a:tabLst>
                <a:tab pos="690563" algn="l"/>
              </a:tabLst>
            </a:pPr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Networked-AV</a:t>
            </a:r>
            <a:endParaRPr lang="en-US" sz="1200" b="1" dirty="0">
              <a:solidFill>
                <a:schemeClr val="bg1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690563" algn="l"/>
              </a:tabLst>
              <a:defRPr/>
            </a:pPr>
            <a:r>
              <a:rPr lang="en-US" sz="1200" dirty="0" err="1">
                <a:solidFill>
                  <a:schemeClr val="accent5"/>
                </a:solidFill>
              </a:rPr>
              <a:t>Omnistream</a:t>
            </a:r>
            <a:endParaRPr lang="en-US" sz="1200" dirty="0">
              <a:solidFill>
                <a:schemeClr val="accent5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690563" algn="l"/>
              </a:tabLst>
              <a:defRPr/>
            </a:pPr>
            <a:r>
              <a:rPr lang="en-US" sz="1200" dirty="0">
                <a:solidFill>
                  <a:schemeClr val="accent5"/>
                </a:solidFill>
              </a:rPr>
              <a:t>OMNI-311/324</a:t>
            </a:r>
          </a:p>
          <a:p>
            <a:pPr marL="171450" indent="-171450">
              <a:buFont typeface="Arial" panose="020B0604020202020204" pitchFamily="34" charset="0"/>
              <a:buChar char="•"/>
              <a:tabLst>
                <a:tab pos="690563" algn="l"/>
              </a:tabLst>
              <a:defRPr/>
            </a:pPr>
            <a:r>
              <a:rPr lang="en-US" sz="1200" dirty="0">
                <a:solidFill>
                  <a:schemeClr val="accent5"/>
                </a:solidFill>
              </a:rPr>
              <a:t>OMNI-238</a:t>
            </a:r>
            <a:endParaRPr lang="en-US" sz="1000" dirty="0">
              <a:solidFill>
                <a:schemeClr val="accent5"/>
              </a:solidFill>
            </a:endParaRPr>
          </a:p>
          <a:p>
            <a:pPr>
              <a:defRPr/>
            </a:pPr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>
              <a:defRPr/>
            </a:pPr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05948" y="989731"/>
            <a:ext cx="21878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BYOD</a:t>
            </a:r>
            <a:endParaRPr lang="en-US" sz="1200" b="1" dirty="0">
              <a:solidFill>
                <a:schemeClr val="bg1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UHD-SW-510W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OME-MS52W</a:t>
            </a:r>
            <a:endParaRPr lang="en-US" sz="1000" dirty="0">
              <a:solidFill>
                <a:srgbClr val="F56F0B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WAVE-101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576424" y="4376121"/>
            <a:ext cx="6815819" cy="507449"/>
            <a:chOff x="2780617" y="3871193"/>
            <a:chExt cx="6972174" cy="507449"/>
          </a:xfrm>
        </p:grpSpPr>
        <p:sp>
          <p:nvSpPr>
            <p:cNvPr id="23" name="Flowchart: Connector 22"/>
            <p:cNvSpPr/>
            <p:nvPr/>
          </p:nvSpPr>
          <p:spPr>
            <a:xfrm>
              <a:off x="2780617" y="3985702"/>
              <a:ext cx="192122" cy="181875"/>
            </a:xfrm>
            <a:prstGeom prst="flowChartConnector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Flowchart: Connector 24"/>
            <p:cNvSpPr/>
            <p:nvPr/>
          </p:nvSpPr>
          <p:spPr>
            <a:xfrm>
              <a:off x="2822595" y="4260847"/>
              <a:ext cx="130646" cy="117795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732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70438" y="3871193"/>
              <a:ext cx="1582353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35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AE62212-695D-40B8-A9C6-A351C47B0B52}"/>
                </a:ext>
              </a:extLst>
            </p:cNvPr>
            <p:cNvSpPr txBox="1"/>
            <p:nvPr/>
          </p:nvSpPr>
          <p:spPr>
            <a:xfrm>
              <a:off x="2967891" y="3911629"/>
              <a:ext cx="13020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</a:rPr>
                <a:t>Ronald Cheng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729804" y="4684555"/>
            <a:ext cx="17884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Oleksii Golubov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55389" y="4866501"/>
            <a:ext cx="12728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January 24, 2025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7691C8-F842-40A4-9C75-D4F734405253}"/>
              </a:ext>
            </a:extLst>
          </p:cNvPr>
          <p:cNvGrpSpPr/>
          <p:nvPr/>
        </p:nvGrpSpPr>
        <p:grpSpPr>
          <a:xfrm>
            <a:off x="3593937" y="4431526"/>
            <a:ext cx="2077041" cy="471258"/>
            <a:chOff x="4102749" y="4450819"/>
            <a:chExt cx="2077041" cy="471258"/>
          </a:xfrm>
        </p:grpSpPr>
        <p:sp>
          <p:nvSpPr>
            <p:cNvPr id="29" name="Flowchart: Connector 28"/>
            <p:cNvSpPr/>
            <p:nvPr/>
          </p:nvSpPr>
          <p:spPr>
            <a:xfrm>
              <a:off x="6008340" y="4520348"/>
              <a:ext cx="171450" cy="17145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Flowchart: Connector 31"/>
            <p:cNvSpPr/>
            <p:nvPr/>
          </p:nvSpPr>
          <p:spPr>
            <a:xfrm>
              <a:off x="4102749" y="4525360"/>
              <a:ext cx="171450" cy="171450"/>
            </a:xfrm>
            <a:prstGeom prst="flowChartConnector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229454" y="4450819"/>
              <a:ext cx="1451259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chemeClr val="bg1"/>
                  </a:solidFill>
                </a:rPr>
                <a:t>Dhanshri Pagar</a:t>
              </a:r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4115438" y="4750968"/>
              <a:ext cx="174990" cy="171109"/>
            </a:xfrm>
            <a:prstGeom prst="flowChartConnector">
              <a:avLst/>
            </a:prstGeom>
            <a:solidFill>
              <a:srgbClr val="F56F0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632294" y="4432400"/>
            <a:ext cx="19332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350" dirty="0">
                <a:solidFill>
                  <a:schemeClr val="bg1"/>
                </a:solidFill>
              </a:rPr>
              <a:t>Wylie Dunham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DB21C8-4D3E-4013-A0CB-98AD0C652144}"/>
              </a:ext>
            </a:extLst>
          </p:cNvPr>
          <p:cNvSpPr/>
          <p:nvPr/>
        </p:nvSpPr>
        <p:spPr>
          <a:xfrm>
            <a:off x="1717449" y="4642846"/>
            <a:ext cx="13772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 </a:t>
            </a:r>
            <a:r>
              <a:rPr lang="fi-FI" sz="1400">
                <a:solidFill>
                  <a:schemeClr val="bg1"/>
                </a:solidFill>
              </a:rPr>
              <a:t>Ravina Thakkar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24AB9A-A4C4-4484-8A33-5C5F7A5A8914}"/>
              </a:ext>
            </a:extLst>
          </p:cNvPr>
          <p:cNvSpPr/>
          <p:nvPr/>
        </p:nvSpPr>
        <p:spPr>
          <a:xfrm>
            <a:off x="7039904" y="1012191"/>
            <a:ext cx="1839483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Control and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</a:rPr>
              <a:t>Velocity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</a:rPr>
              <a:t>Velocity Cloud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</a:rPr>
              <a:t>VTP Touch Panels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</a:rPr>
              <a:t>VCC Accessories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</a:rPr>
              <a:t>ANC-108D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7030A0"/>
                </a:solidFill>
              </a:rPr>
              <a:t>DISP-CTRL</a:t>
            </a:r>
          </a:p>
          <a:p>
            <a:pPr lvl="0"/>
            <a:endParaRPr lang="en-US" sz="1200" b="1" dirty="0">
              <a:solidFill>
                <a:srgbClr val="002060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ea typeface="+mj-ea"/>
              <a:cs typeface="Arial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9AA6E6-BAD0-4B62-8E47-193B9243F39B}"/>
              </a:ext>
            </a:extLst>
          </p:cNvPr>
          <p:cNvSpPr/>
          <p:nvPr/>
        </p:nvSpPr>
        <p:spPr>
          <a:xfrm>
            <a:off x="4905948" y="1965873"/>
            <a:ext cx="218781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Audio</a:t>
            </a:r>
            <a:endParaRPr lang="en-US" sz="1200" b="1" dirty="0">
              <a:solidFill>
                <a:schemeClr val="bg1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GAIN amplifiers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HDR-M2C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CAP-SP100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PA100-G2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44546A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F9AD96-B84A-4BCD-B503-1DABBFA2D192}"/>
              </a:ext>
            </a:extLst>
          </p:cNvPr>
          <p:cNvSpPr/>
          <p:nvPr/>
        </p:nvSpPr>
        <p:spPr>
          <a:xfrm>
            <a:off x="4871636" y="3101489"/>
            <a:ext cx="218781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Accessories</a:t>
            </a:r>
            <a:endParaRPr lang="en-US" sz="1200" b="1" dirty="0">
              <a:solidFill>
                <a:schemeClr val="bg1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</a:rPr>
              <a:t>HDVS-CAM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AT-CAP-FC110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OCS-900N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Etc.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2842E04-A904-4117-A93F-FDA32E2D1B98}"/>
              </a:ext>
            </a:extLst>
          </p:cNvPr>
          <p:cNvSpPr/>
          <p:nvPr/>
        </p:nvSpPr>
        <p:spPr>
          <a:xfrm>
            <a:off x="2674318" y="2694114"/>
            <a:ext cx="1910970" cy="1591088"/>
          </a:xfrm>
          <a:prstGeom prst="roundRect">
            <a:avLst/>
          </a:prstGeom>
          <a:solidFill>
            <a:srgbClr val="00B0F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AA3278-63CA-4129-996C-00D76282C4C7}"/>
              </a:ext>
            </a:extLst>
          </p:cNvPr>
          <p:cNvSpPr/>
          <p:nvPr/>
        </p:nvSpPr>
        <p:spPr>
          <a:xfrm>
            <a:off x="2707618" y="2772919"/>
            <a:ext cx="1839483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ffectLst>
                  <a:outerShdw blurRad="25400" dir="2700000" algn="tl" rotWithShape="0">
                    <a:srgbClr val="000000">
                      <a:alpha val="23000"/>
                    </a:srgbClr>
                  </a:outerShdw>
                </a:effectLst>
                <a:latin typeface="Arial"/>
                <a:cs typeface="Arial"/>
              </a:rPr>
              <a:t>Legacy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56F0B"/>
                </a:solidFill>
              </a:rPr>
              <a:t>CLSO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050"/>
                </a:solidFill>
              </a:rPr>
              <a:t>HDVS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7030A0"/>
                </a:solidFill>
              </a:rPr>
              <a:t>UHD-HDVS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UHD-CAT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4"/>
                </a:solidFill>
              </a:rPr>
              <a:t>UHD-SW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HD 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C00000"/>
              </a:solidFill>
            </a:endParaRPr>
          </a:p>
          <a:p>
            <a:pPr lvl="0"/>
            <a:endParaRPr lang="en-US" sz="1200" b="1" dirty="0">
              <a:solidFill>
                <a:srgbClr val="002060"/>
              </a:solidFill>
              <a:effectLst>
                <a:outerShdw blurRad="25400" dir="2700000" algn="tl" rotWithShape="0">
                  <a:srgbClr val="000000">
                    <a:alpha val="23000"/>
                  </a:srgbClr>
                </a:outerShdw>
              </a:effectLst>
              <a:latin typeface="Arial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05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nduit Enterprise 16X9 Template_V6">
  <a:themeElements>
    <a:clrScheme name="Pandui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6AA9"/>
      </a:accent1>
      <a:accent2>
        <a:srgbClr val="187D8A"/>
      </a:accent2>
      <a:accent3>
        <a:srgbClr val="747679"/>
      </a:accent3>
      <a:accent4>
        <a:srgbClr val="FFC301"/>
      </a:accent4>
      <a:accent5>
        <a:srgbClr val="A6B02A"/>
      </a:accent5>
      <a:accent6>
        <a:srgbClr val="07327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nduit Enterprise 16X9 Template_V6" id="{8F240CCB-FD32-4A1E-AF56-726549EDA752}" vid="{AA1121E1-9D78-452E-81C6-E312B33A66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0D5069D593E842A12C58CCAF38AD00" ma:contentTypeVersion="4" ma:contentTypeDescription="Create a new document." ma:contentTypeScope="" ma:versionID="df15c4be69c0b69e5875b199c586babb">
  <xsd:schema xmlns:xsd="http://www.w3.org/2001/XMLSchema" xmlns:xs="http://www.w3.org/2001/XMLSchema" xmlns:p="http://schemas.microsoft.com/office/2006/metadata/properties" xmlns:ns2="87c95e7c-df3b-43c1-b466-e8bcdf29f666" targetNamespace="http://schemas.microsoft.com/office/2006/metadata/properties" ma:root="true" ma:fieldsID="5c60fa2f28a9b616f187c43d1a6ff2d7" ns2:_="">
    <xsd:import namespace="87c95e7c-df3b-43c1-b466-e8bcdf29f6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c95e7c-df3b-43c1-b466-e8bcdf29f6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FD654C-9ACA-4A5E-988F-6DCFA3A88870}">
  <ds:schemaRefs>
    <ds:schemaRef ds:uri="87c95e7c-df3b-43c1-b466-e8bcdf29f6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53C432A-A883-400F-AF73-6703A56991DF}">
  <ds:schemaRefs>
    <ds:schemaRef ds:uri="87c95e7c-df3b-43c1-b466-e8bcdf29f6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A2655B9-2FF9-4D68-ABE3-B69DA2BCB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520</Words>
  <Application>Microsoft Office PowerPoint</Application>
  <PresentationFormat>On-screen Show (16:9)</PresentationFormat>
  <Paragraphs>189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Panduit Enterprise 16X9 Template_V6</vt:lpstr>
      <vt:lpstr>Product Quality Assurance Engineering  Product Line Assignments – DC</vt:lpstr>
      <vt:lpstr>Product Quality Assurance Engineering  Product Line Assignments – ENT</vt:lpstr>
      <vt:lpstr>Product Quality Assurance Engineering  Product Line Assignments – DC/ENT Software</vt:lpstr>
      <vt:lpstr>Product Quality Assurance Engineering  Product Line Assignments - IEI</vt:lpstr>
      <vt:lpstr>Product Quality Assurance Engineering  Product Line Assignments – Atlona</vt:lpstr>
    </vt:vector>
  </TitlesOfParts>
  <Company>Design Hive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Cynthia Alicea</dc:creator>
  <cp:lastModifiedBy>Wylie Dunham</cp:lastModifiedBy>
  <cp:revision>6</cp:revision>
  <cp:lastPrinted>2017-03-06T20:52:57Z</cp:lastPrinted>
  <dcterms:created xsi:type="dcterms:W3CDTF">2015-02-13T15:46:36Z</dcterms:created>
  <dcterms:modified xsi:type="dcterms:W3CDTF">2025-01-24T17:27:36Z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0x010100E50D5069D593E842A12C58CCAF38AD00</vt:lpwstr>
  </property>
</Properties>
</file>